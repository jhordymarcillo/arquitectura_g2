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0" r:id="rId10"/>
    <p:sldId id="388" r:id="rId11"/>
    <p:sldId id="389" r:id="rId12"/>
    <p:sldId id="331" r:id="rId13"/>
    <p:sldId id="332" r:id="rId14"/>
    <p:sldId id="333" r:id="rId15"/>
    <p:sldId id="334" r:id="rId16"/>
    <p:sldId id="335" r:id="rId17"/>
    <p:sldId id="390" r:id="rId18"/>
    <p:sldId id="391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4" r:id="rId27"/>
    <p:sldId id="345" r:id="rId28"/>
    <p:sldId id="346" r:id="rId29"/>
    <p:sldId id="347" r:id="rId30"/>
    <p:sldId id="350" r:id="rId31"/>
    <p:sldId id="392" r:id="rId32"/>
    <p:sldId id="393" r:id="rId33"/>
    <p:sldId id="394" r:id="rId34"/>
    <p:sldId id="395" r:id="rId35"/>
    <p:sldId id="396" r:id="rId36"/>
    <p:sldId id="352" r:id="rId37"/>
    <p:sldId id="353" r:id="rId38"/>
    <p:sldId id="354" r:id="rId39"/>
    <p:sldId id="358" r:id="rId40"/>
    <p:sldId id="360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69" r:id="rId49"/>
    <p:sldId id="370" r:id="rId50"/>
    <p:sldId id="371" r:id="rId51"/>
    <p:sldId id="373" r:id="rId52"/>
    <p:sldId id="374" r:id="rId53"/>
    <p:sldId id="375" r:id="rId54"/>
    <p:sldId id="397" r:id="rId55"/>
    <p:sldId id="398" r:id="rId56"/>
    <p:sldId id="376" r:id="rId57"/>
    <p:sldId id="399" r:id="rId58"/>
    <p:sldId id="400" r:id="rId59"/>
    <p:sldId id="401" r:id="rId60"/>
    <p:sldId id="377" r:id="rId61"/>
    <p:sldId id="378" r:id="rId62"/>
    <p:sldId id="379" r:id="rId63"/>
    <p:sldId id="402" r:id="rId64"/>
    <p:sldId id="380" r:id="rId65"/>
    <p:sldId id="381" r:id="rId66"/>
    <p:sldId id="384" r:id="rId67"/>
    <p:sldId id="385" r:id="rId68"/>
    <p:sldId id="386" r:id="rId69"/>
    <p:sldId id="387" r:id="rId70"/>
    <p:sldId id="383" r:id="rId71"/>
    <p:sldId id="324" r:id="rId72"/>
    <p:sldId id="262" r:id="rId73"/>
    <p:sldId id="263" r:id="rId7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D8514-42F7-FEC8-2DC7-FA982B5939CA}" v="472" dt="2024-12-11T10:00:38.665"/>
    <p1510:client id="{CFE715F6-BFB0-4EE6-9EA5-72C5D9C0C688}" v="243" dt="2024-12-12T04:58:52.847"/>
    <p1510:client id="{EDC05F3E-F52F-8E5F-86FE-6E00FFF98C1D}" v="24" dt="2024-12-11T07:50:42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ESIS ISABEL CALAPAQUI PORTILLA" userId="S::gicalapaqui@espe.edu.ec::5cf9098d-9cef-4576-a344-6111a9585f0f" providerId="AD" clId="Web-{C3AD8514-42F7-FEC8-2DC7-FA982B5939CA}"/>
    <pc:docChg chg="addSld delSld modSld">
      <pc:chgData name="GENESIS ISABEL CALAPAQUI PORTILLA" userId="S::gicalapaqui@espe.edu.ec::5cf9098d-9cef-4576-a344-6111a9585f0f" providerId="AD" clId="Web-{C3AD8514-42F7-FEC8-2DC7-FA982B5939CA}" dt="2024-12-11T10:00:38.665" v="457" actId="1076"/>
      <pc:docMkLst>
        <pc:docMk/>
      </pc:docMkLst>
      <pc:sldChg chg="addSp delSp modSp">
        <pc:chgData name="GENESIS ISABEL CALAPAQUI PORTILLA" userId="S::gicalapaqui@espe.edu.ec::5cf9098d-9cef-4576-a344-6111a9585f0f" providerId="AD" clId="Web-{C3AD8514-42F7-FEC8-2DC7-FA982B5939CA}" dt="2024-12-11T09:37:35.236" v="152" actId="1076"/>
        <pc:sldMkLst>
          <pc:docMk/>
          <pc:sldMk cId="2372064775" sldId="326"/>
        </pc:sldMkLst>
        <pc:spChg chg="mod">
          <ac:chgData name="GENESIS ISABEL CALAPAQUI PORTILLA" userId="S::gicalapaqui@espe.edu.ec::5cf9098d-9cef-4576-a344-6111a9585f0f" providerId="AD" clId="Web-{C3AD8514-42F7-FEC8-2DC7-FA982B5939CA}" dt="2024-12-11T09:37:19.437" v="147" actId="20577"/>
          <ac:spMkLst>
            <pc:docMk/>
            <pc:sldMk cId="2372064775" sldId="326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37:35.236" v="152" actId="1076"/>
          <ac:picMkLst>
            <pc:docMk/>
            <pc:sldMk cId="2372064775" sldId="326"/>
            <ac:picMk id="4" creationId="{B34EC1A2-0A58-031D-F57D-18B185FD4C41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37:27.360" v="148"/>
          <ac:picMkLst>
            <pc:docMk/>
            <pc:sldMk cId="2372064775" sldId="326"/>
            <ac:picMk id="7" creationId="{C052E7BB-2C6C-4D98-A8F7-77DB051FD893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38:02.940" v="158" actId="1076"/>
        <pc:sldMkLst>
          <pc:docMk/>
          <pc:sldMk cId="1570658669" sldId="327"/>
        </pc:sldMkLst>
        <pc:spChg chg="mod">
          <ac:chgData name="GENESIS ISABEL CALAPAQUI PORTILLA" userId="S::gicalapaqui@espe.edu.ec::5cf9098d-9cef-4576-a344-6111a9585f0f" providerId="AD" clId="Web-{C3AD8514-42F7-FEC8-2DC7-FA982B5939CA}" dt="2024-12-11T09:37:52.237" v="153" actId="20577"/>
          <ac:spMkLst>
            <pc:docMk/>
            <pc:sldMk cId="1570658669" sldId="327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38:02.940" v="158" actId="1076"/>
          <ac:picMkLst>
            <pc:docMk/>
            <pc:sldMk cId="1570658669" sldId="327"/>
            <ac:picMk id="4" creationId="{C8275DE6-7D6C-6763-04C0-E6F8E54A23D6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37:56.440" v="154"/>
          <ac:picMkLst>
            <pc:docMk/>
            <pc:sldMk cId="1570658669" sldId="327"/>
            <ac:picMk id="6" creationId="{2B14C36F-EDBE-4A2A-B768-421F4C71F44F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38:27.848" v="164" actId="14100"/>
        <pc:sldMkLst>
          <pc:docMk/>
          <pc:sldMk cId="97457025" sldId="328"/>
        </pc:sldMkLst>
        <pc:spChg chg="mod">
          <ac:chgData name="GENESIS ISABEL CALAPAQUI PORTILLA" userId="S::gicalapaqui@espe.edu.ec::5cf9098d-9cef-4576-a344-6111a9585f0f" providerId="AD" clId="Web-{C3AD8514-42F7-FEC8-2DC7-FA982B5939CA}" dt="2024-12-11T09:38:21.285" v="160" actId="20577"/>
          <ac:spMkLst>
            <pc:docMk/>
            <pc:sldMk cId="97457025" sldId="328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38:27.848" v="164" actId="14100"/>
          <ac:picMkLst>
            <pc:docMk/>
            <pc:sldMk cId="97457025" sldId="328"/>
            <ac:picMk id="4" creationId="{A3275D65-60AD-D6C5-45C1-E1D918132995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38:22.207" v="161"/>
          <ac:picMkLst>
            <pc:docMk/>
            <pc:sldMk cId="97457025" sldId="328"/>
            <ac:picMk id="6" creationId="{FABE663E-25A0-4580-9A63-89FFEAD5687A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39:01.335" v="174" actId="14100"/>
        <pc:sldMkLst>
          <pc:docMk/>
          <pc:sldMk cId="2559156449" sldId="329"/>
        </pc:sldMkLst>
        <pc:spChg chg="mod">
          <ac:chgData name="GENESIS ISABEL CALAPAQUI PORTILLA" userId="S::gicalapaqui@espe.edu.ec::5cf9098d-9cef-4576-a344-6111a9585f0f" providerId="AD" clId="Web-{C3AD8514-42F7-FEC8-2DC7-FA982B5939CA}" dt="2024-12-11T09:38:55.319" v="170" actId="20577"/>
          <ac:spMkLst>
            <pc:docMk/>
            <pc:sldMk cId="2559156449" sldId="329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39:01.335" v="174" actId="14100"/>
          <ac:picMkLst>
            <pc:docMk/>
            <pc:sldMk cId="2559156449" sldId="329"/>
            <ac:picMk id="4" creationId="{845B7A50-EC07-CC59-0A23-8A133E6681BB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38:56.288" v="171"/>
          <ac:picMkLst>
            <pc:docMk/>
            <pc:sldMk cId="2559156449" sldId="329"/>
            <ac:picMk id="6" creationId="{533EB469-F18E-473D-80E8-045BAC4D7DFC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0:26.263" v="196" actId="1076"/>
        <pc:sldMkLst>
          <pc:docMk/>
          <pc:sldMk cId="89239462" sldId="330"/>
        </pc:sldMkLst>
        <pc:spChg chg="mod">
          <ac:chgData name="GENESIS ISABEL CALAPAQUI PORTILLA" userId="S::gicalapaqui@espe.edu.ec::5cf9098d-9cef-4576-a344-6111a9585f0f" providerId="AD" clId="Web-{C3AD8514-42F7-FEC8-2DC7-FA982B5939CA}" dt="2024-12-11T09:39:31.259" v="178" actId="20577"/>
          <ac:spMkLst>
            <pc:docMk/>
            <pc:sldMk cId="89239462" sldId="330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40:26.263" v="196" actId="1076"/>
          <ac:picMkLst>
            <pc:docMk/>
            <pc:sldMk cId="89239462" sldId="330"/>
            <ac:picMk id="4" creationId="{61540D29-0408-B3E4-2A7A-D91DA0322ACC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39:32.040" v="179"/>
          <ac:picMkLst>
            <pc:docMk/>
            <pc:sldMk cId="89239462" sldId="330"/>
            <ac:picMk id="7" creationId="{0C3756A6-8CCD-4AFC-B667-12B0E27FE503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1:37.815" v="202" actId="1076"/>
        <pc:sldMkLst>
          <pc:docMk/>
          <pc:sldMk cId="3663893953" sldId="331"/>
        </pc:sldMkLst>
        <pc:picChg chg="add mod">
          <ac:chgData name="GENESIS ISABEL CALAPAQUI PORTILLA" userId="S::gicalapaqui@espe.edu.ec::5cf9098d-9cef-4576-a344-6111a9585f0f" providerId="AD" clId="Web-{C3AD8514-42F7-FEC8-2DC7-FA982B5939CA}" dt="2024-12-11T09:41:37.815" v="202" actId="1076"/>
          <ac:picMkLst>
            <pc:docMk/>
            <pc:sldMk cId="3663893953" sldId="331"/>
            <ac:picMk id="4" creationId="{14E3E346-AC80-DC4F-AB4C-6D373E49D996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1:16.704" v="197"/>
          <ac:picMkLst>
            <pc:docMk/>
            <pc:sldMk cId="3663893953" sldId="331"/>
            <ac:picMk id="7" creationId="{E0F54846-9D10-2661-1F91-0156205CC929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2:10.849" v="212" actId="1076"/>
        <pc:sldMkLst>
          <pc:docMk/>
          <pc:sldMk cId="4261152526" sldId="332"/>
        </pc:sldMkLst>
        <pc:picChg chg="add mod">
          <ac:chgData name="GENESIS ISABEL CALAPAQUI PORTILLA" userId="S::gicalapaqui@espe.edu.ec::5cf9098d-9cef-4576-a344-6111a9585f0f" providerId="AD" clId="Web-{C3AD8514-42F7-FEC8-2DC7-FA982B5939CA}" dt="2024-12-11T09:42:10.849" v="212" actId="1076"/>
          <ac:picMkLst>
            <pc:docMk/>
            <pc:sldMk cId="4261152526" sldId="332"/>
            <ac:picMk id="4" creationId="{7F3105AF-FDA2-170E-6A6F-BD965A0443D1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1:49.550" v="203"/>
          <ac:picMkLst>
            <pc:docMk/>
            <pc:sldMk cId="4261152526" sldId="332"/>
            <ac:picMk id="6" creationId="{C66DCC60-0BC1-8CD5-7167-7EEC274C0397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2:28.725" v="216" actId="1076"/>
        <pc:sldMkLst>
          <pc:docMk/>
          <pc:sldMk cId="2065198200" sldId="333"/>
        </pc:sldMkLst>
        <pc:picChg chg="add mod">
          <ac:chgData name="GENESIS ISABEL CALAPAQUI PORTILLA" userId="S::gicalapaqui@espe.edu.ec::5cf9098d-9cef-4576-a344-6111a9585f0f" providerId="AD" clId="Web-{C3AD8514-42F7-FEC8-2DC7-FA982B5939CA}" dt="2024-12-11T09:42:28.725" v="216" actId="1076"/>
          <ac:picMkLst>
            <pc:docMk/>
            <pc:sldMk cId="2065198200" sldId="333"/>
            <ac:picMk id="4" creationId="{093BBA22-F739-102B-BBE5-041965DF5B6C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2:20.709" v="213"/>
          <ac:picMkLst>
            <pc:docMk/>
            <pc:sldMk cId="2065198200" sldId="333"/>
            <ac:picMk id="6" creationId="{03E4E01F-68FB-9179-3B38-43258CF5441F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3:05.415" v="221" actId="1076"/>
        <pc:sldMkLst>
          <pc:docMk/>
          <pc:sldMk cId="2070467638" sldId="334"/>
        </pc:sldMkLst>
        <pc:picChg chg="add mod">
          <ac:chgData name="GENESIS ISABEL CALAPAQUI PORTILLA" userId="S::gicalapaqui@espe.edu.ec::5cf9098d-9cef-4576-a344-6111a9585f0f" providerId="AD" clId="Web-{C3AD8514-42F7-FEC8-2DC7-FA982B5939CA}" dt="2024-12-11T09:43:05.415" v="221" actId="1076"/>
          <ac:picMkLst>
            <pc:docMk/>
            <pc:sldMk cId="2070467638" sldId="334"/>
            <ac:picMk id="4" creationId="{1B7E2AA2-9CFD-7AAD-8D87-A060A0D570D6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2:59.164" v="217"/>
          <ac:picMkLst>
            <pc:docMk/>
            <pc:sldMk cId="2070467638" sldId="334"/>
            <ac:picMk id="6" creationId="{9F4623C8-188D-7515-3D84-A48922701E27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3:39.292" v="227" actId="1076"/>
        <pc:sldMkLst>
          <pc:docMk/>
          <pc:sldMk cId="3197848502" sldId="335"/>
        </pc:sldMkLst>
        <pc:spChg chg="mod">
          <ac:chgData name="GENESIS ISABEL CALAPAQUI PORTILLA" userId="S::gicalapaqui@espe.edu.ec::5cf9098d-9cef-4576-a344-6111a9585f0f" providerId="AD" clId="Web-{C3AD8514-42F7-FEC8-2DC7-FA982B5939CA}" dt="2024-12-11T09:43:31.667" v="224" actId="20577"/>
          <ac:spMkLst>
            <pc:docMk/>
            <pc:sldMk cId="3197848502" sldId="335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43:39.292" v="227" actId="1076"/>
          <ac:picMkLst>
            <pc:docMk/>
            <pc:sldMk cId="3197848502" sldId="335"/>
            <ac:picMk id="4" creationId="{1AD03FFD-B24B-58B6-2331-A6F1520BC04D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3:32.573" v="225"/>
          <ac:picMkLst>
            <pc:docMk/>
            <pc:sldMk cId="3197848502" sldId="335"/>
            <ac:picMk id="7" creationId="{74DA4E17-EDF7-4240-8C2A-BCE51810D7EB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7:33.215" v="278" actId="20577"/>
        <pc:sldMkLst>
          <pc:docMk/>
          <pc:sldMk cId="165983398" sldId="336"/>
        </pc:sldMkLst>
        <pc:spChg chg="mod">
          <ac:chgData name="GENESIS ISABEL CALAPAQUI PORTILLA" userId="S::gicalapaqui@espe.edu.ec::5cf9098d-9cef-4576-a344-6111a9585f0f" providerId="AD" clId="Web-{C3AD8514-42F7-FEC8-2DC7-FA982B5939CA}" dt="2024-12-11T09:47:33.215" v="278" actId="20577"/>
          <ac:spMkLst>
            <pc:docMk/>
            <pc:sldMk cId="165983398" sldId="336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47:21.152" v="276" actId="1076"/>
          <ac:picMkLst>
            <pc:docMk/>
            <pc:sldMk cId="165983398" sldId="336"/>
            <ac:picMk id="4" creationId="{C05681FB-FF38-A503-5A4E-4E1623BCB332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7:11.557" v="271"/>
          <ac:picMkLst>
            <pc:docMk/>
            <pc:sldMk cId="165983398" sldId="336"/>
            <ac:picMk id="7" creationId="{51C04DC9-C534-41FF-AEB2-E9CF383F13DF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8:18.750" v="286" actId="20577"/>
        <pc:sldMkLst>
          <pc:docMk/>
          <pc:sldMk cId="2891715748" sldId="337"/>
        </pc:sldMkLst>
        <pc:spChg chg="mod">
          <ac:chgData name="GENESIS ISABEL CALAPAQUI PORTILLA" userId="S::gicalapaqui@espe.edu.ec::5cf9098d-9cef-4576-a344-6111a9585f0f" providerId="AD" clId="Web-{C3AD8514-42F7-FEC8-2DC7-FA982B5939CA}" dt="2024-12-11T09:48:18.750" v="286" actId="20577"/>
          <ac:spMkLst>
            <pc:docMk/>
            <pc:sldMk cId="2891715748" sldId="337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47:55.014" v="283" actId="1076"/>
          <ac:picMkLst>
            <pc:docMk/>
            <pc:sldMk cId="2891715748" sldId="337"/>
            <ac:picMk id="4" creationId="{2E960DC8-0CE6-882F-3B74-90BC707FEE09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7:51.670" v="281"/>
          <ac:picMkLst>
            <pc:docMk/>
            <pc:sldMk cId="2891715748" sldId="337"/>
            <ac:picMk id="7" creationId="{CDBF81FA-FAEA-4633-9D72-939F65DAD21A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48:40.017" v="293" actId="1076"/>
        <pc:sldMkLst>
          <pc:docMk/>
          <pc:sldMk cId="3100488757" sldId="338"/>
        </pc:sldMkLst>
        <pc:spChg chg="mod">
          <ac:chgData name="GENESIS ISABEL CALAPAQUI PORTILLA" userId="S::gicalapaqui@espe.edu.ec::5cf9098d-9cef-4576-a344-6111a9585f0f" providerId="AD" clId="Web-{C3AD8514-42F7-FEC8-2DC7-FA982B5939CA}" dt="2024-12-11T09:48:36.641" v="290" actId="20577"/>
          <ac:spMkLst>
            <pc:docMk/>
            <pc:sldMk cId="3100488757" sldId="338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48:40.017" v="293" actId="1076"/>
          <ac:picMkLst>
            <pc:docMk/>
            <pc:sldMk cId="3100488757" sldId="338"/>
            <ac:picMk id="4" creationId="{1F8937AF-7331-9D72-F784-73802B413A93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48:37.595" v="291"/>
          <ac:picMkLst>
            <pc:docMk/>
            <pc:sldMk cId="3100488757" sldId="338"/>
            <ac:picMk id="7" creationId="{1A40A6D1-0753-44CB-9503-8FB213C79D68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0:40.370" v="301" actId="1076"/>
        <pc:sldMkLst>
          <pc:docMk/>
          <pc:sldMk cId="1210799307" sldId="339"/>
        </pc:sldMkLst>
        <pc:spChg chg="mod">
          <ac:chgData name="GENESIS ISABEL CALAPAQUI PORTILLA" userId="S::gicalapaqui@espe.edu.ec::5cf9098d-9cef-4576-a344-6111a9585f0f" providerId="AD" clId="Web-{C3AD8514-42F7-FEC8-2DC7-FA982B5939CA}" dt="2024-12-11T09:50:28.713" v="296" actId="20577"/>
          <ac:spMkLst>
            <pc:docMk/>
            <pc:sldMk cId="1210799307" sldId="339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0:40.370" v="301" actId="1076"/>
          <ac:picMkLst>
            <pc:docMk/>
            <pc:sldMk cId="1210799307" sldId="339"/>
            <ac:picMk id="4" creationId="{43E8E2EC-3FD8-4F88-FC09-CCF3B3CE6D3D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0:31.572" v="297"/>
          <ac:picMkLst>
            <pc:docMk/>
            <pc:sldMk cId="1210799307" sldId="339"/>
            <ac:picMk id="7" creationId="{9344A63C-12D7-4FFC-9FFC-0F9F900CB353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1:22.111" v="313" actId="1076"/>
        <pc:sldMkLst>
          <pc:docMk/>
          <pc:sldMk cId="1866044535" sldId="340"/>
        </pc:sldMkLst>
        <pc:spChg chg="mod">
          <ac:chgData name="GENESIS ISABEL CALAPAQUI PORTILLA" userId="S::gicalapaqui@espe.edu.ec::5cf9098d-9cef-4576-a344-6111a9585f0f" providerId="AD" clId="Web-{C3AD8514-42F7-FEC8-2DC7-FA982B5939CA}" dt="2024-12-11T09:51:07.297" v="306" actId="20577"/>
          <ac:spMkLst>
            <pc:docMk/>
            <pc:sldMk cId="1866044535" sldId="340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1:22.111" v="313" actId="1076"/>
          <ac:picMkLst>
            <pc:docMk/>
            <pc:sldMk cId="1866044535" sldId="340"/>
            <ac:picMk id="4" creationId="{5D9E123B-5E53-2AFF-A74C-89344B1BCDEC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1:08.141" v="307"/>
          <ac:picMkLst>
            <pc:docMk/>
            <pc:sldMk cId="1866044535" sldId="340"/>
            <ac:picMk id="7" creationId="{4DC1C726-AA56-4860-B5A8-2922847A7C5F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1:58.910" v="324" actId="1076"/>
        <pc:sldMkLst>
          <pc:docMk/>
          <pc:sldMk cId="437970516" sldId="341"/>
        </pc:sldMkLst>
        <pc:spChg chg="mod">
          <ac:chgData name="GENESIS ISABEL CALAPAQUI PORTILLA" userId="S::gicalapaqui@espe.edu.ec::5cf9098d-9cef-4576-a344-6111a9585f0f" providerId="AD" clId="Web-{C3AD8514-42F7-FEC8-2DC7-FA982B5939CA}" dt="2024-12-11T09:51:55.879" v="323" actId="14100"/>
          <ac:spMkLst>
            <pc:docMk/>
            <pc:sldMk cId="437970516" sldId="341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1:58.910" v="324" actId="1076"/>
          <ac:picMkLst>
            <pc:docMk/>
            <pc:sldMk cId="437970516" sldId="341"/>
            <ac:picMk id="4" creationId="{34BF608A-C174-4A1E-ACFD-8B14BB431290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1:43.878" v="319"/>
          <ac:picMkLst>
            <pc:docMk/>
            <pc:sldMk cId="437970516" sldId="341"/>
            <ac:picMk id="7" creationId="{175E2139-A606-40AD-914F-22E84C4B7057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2:47.867" v="341" actId="14100"/>
        <pc:sldMkLst>
          <pc:docMk/>
          <pc:sldMk cId="412810460" sldId="342"/>
        </pc:sldMkLst>
        <pc:spChg chg="mod">
          <ac:chgData name="GENESIS ISABEL CALAPAQUI PORTILLA" userId="S::gicalapaqui@espe.edu.ec::5cf9098d-9cef-4576-a344-6111a9585f0f" providerId="AD" clId="Web-{C3AD8514-42F7-FEC8-2DC7-FA982B5939CA}" dt="2024-12-11T09:52:47.867" v="341" actId="14100"/>
          <ac:spMkLst>
            <pc:docMk/>
            <pc:sldMk cId="412810460" sldId="342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2:42.851" v="340" actId="1076"/>
          <ac:picMkLst>
            <pc:docMk/>
            <pc:sldMk cId="412810460" sldId="342"/>
            <ac:picMk id="4" creationId="{3849CBD3-FBDF-507A-D671-1BB6E17B80B9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2:19.818" v="329"/>
          <ac:picMkLst>
            <pc:docMk/>
            <pc:sldMk cId="412810460" sldId="342"/>
            <ac:picMk id="7" creationId="{C48FA775-43DC-4429-AE67-DF9830A16C32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3:46.886" v="360" actId="1076"/>
        <pc:sldMkLst>
          <pc:docMk/>
          <pc:sldMk cId="2326254396" sldId="344"/>
        </pc:sldMkLst>
        <pc:spChg chg="mod">
          <ac:chgData name="GENESIS ISABEL CALAPAQUI PORTILLA" userId="S::gicalapaqui@espe.edu.ec::5cf9098d-9cef-4576-a344-6111a9585f0f" providerId="AD" clId="Web-{C3AD8514-42F7-FEC8-2DC7-FA982B5939CA}" dt="2024-12-11T09:53:42.652" v="359" actId="20577"/>
          <ac:spMkLst>
            <pc:docMk/>
            <pc:sldMk cId="2326254396" sldId="344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3:46.886" v="360" actId="1076"/>
          <ac:picMkLst>
            <pc:docMk/>
            <pc:sldMk cId="2326254396" sldId="344"/>
            <ac:picMk id="4" creationId="{5F7A476C-A649-4231-EC6B-4D5AF60D2DFD}"/>
          </ac:picMkLst>
        </pc:picChg>
        <pc:picChg chg="add del">
          <ac:chgData name="GENESIS ISABEL CALAPAQUI PORTILLA" userId="S::gicalapaqui@espe.edu.ec::5cf9098d-9cef-4576-a344-6111a9585f0f" providerId="AD" clId="Web-{C3AD8514-42F7-FEC8-2DC7-FA982B5939CA}" dt="2024-12-11T09:53:21.400" v="350"/>
          <ac:picMkLst>
            <pc:docMk/>
            <pc:sldMk cId="2326254396" sldId="344"/>
            <ac:picMk id="6" creationId="{25BA9ECD-406F-065C-19FF-737F24EF4832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4:36.359" v="368" actId="1076"/>
        <pc:sldMkLst>
          <pc:docMk/>
          <pc:sldMk cId="376911173" sldId="345"/>
        </pc:sldMkLst>
        <pc:spChg chg="mod">
          <ac:chgData name="GENESIS ISABEL CALAPAQUI PORTILLA" userId="S::gicalapaqui@espe.edu.ec::5cf9098d-9cef-4576-a344-6111a9585f0f" providerId="AD" clId="Web-{C3AD8514-42F7-FEC8-2DC7-FA982B5939CA}" dt="2024-12-11T09:54:26.108" v="365" actId="20577"/>
          <ac:spMkLst>
            <pc:docMk/>
            <pc:sldMk cId="376911173" sldId="345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4:36.359" v="368" actId="1076"/>
          <ac:picMkLst>
            <pc:docMk/>
            <pc:sldMk cId="376911173" sldId="345"/>
            <ac:picMk id="4" creationId="{333DBA3B-A9D2-50F2-EA1E-3211971E2C3D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4:31.811" v="366"/>
          <ac:picMkLst>
            <pc:docMk/>
            <pc:sldMk cId="376911173" sldId="345"/>
            <ac:picMk id="6" creationId="{8E8C335C-7615-4F9E-DD6D-D56355D6AA91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5:11.924" v="378" actId="1076"/>
        <pc:sldMkLst>
          <pc:docMk/>
          <pc:sldMk cId="2478630053" sldId="346"/>
        </pc:sldMkLst>
        <pc:spChg chg="mod">
          <ac:chgData name="GENESIS ISABEL CALAPAQUI PORTILLA" userId="S::gicalapaqui@espe.edu.ec::5cf9098d-9cef-4576-a344-6111a9585f0f" providerId="AD" clId="Web-{C3AD8514-42F7-FEC8-2DC7-FA982B5939CA}" dt="2024-12-11T09:54:59.751" v="372" actId="20577"/>
          <ac:spMkLst>
            <pc:docMk/>
            <pc:sldMk cId="2478630053" sldId="346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5:11.924" v="378" actId="1076"/>
          <ac:picMkLst>
            <pc:docMk/>
            <pc:sldMk cId="2478630053" sldId="346"/>
            <ac:picMk id="4" creationId="{62931A3B-2443-F1E4-72C8-EEAAD7476AA7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5:00.657" v="373"/>
          <ac:picMkLst>
            <pc:docMk/>
            <pc:sldMk cId="2478630053" sldId="346"/>
            <ac:picMk id="9" creationId="{C09D1220-FE07-1D54-64E6-A9537BB45D15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5:50.442" v="390" actId="1076"/>
        <pc:sldMkLst>
          <pc:docMk/>
          <pc:sldMk cId="3310875422" sldId="347"/>
        </pc:sldMkLst>
        <pc:spChg chg="mod">
          <ac:chgData name="GENESIS ISABEL CALAPAQUI PORTILLA" userId="S::gicalapaqui@espe.edu.ec::5cf9098d-9cef-4576-a344-6111a9585f0f" providerId="AD" clId="Web-{C3AD8514-42F7-FEC8-2DC7-FA982B5939CA}" dt="2024-12-11T09:55:35.035" v="382" actId="20577"/>
          <ac:spMkLst>
            <pc:docMk/>
            <pc:sldMk cId="3310875422" sldId="347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5:50.442" v="390" actId="1076"/>
          <ac:picMkLst>
            <pc:docMk/>
            <pc:sldMk cId="3310875422" sldId="347"/>
            <ac:picMk id="4" creationId="{45D2C629-1AAC-CCCB-6668-9BBC850F3F86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5:35.972" v="383"/>
          <ac:picMkLst>
            <pc:docMk/>
            <pc:sldMk cId="3310875422" sldId="347"/>
            <ac:picMk id="9" creationId="{D9DF4C2A-32A7-5762-2B22-FFCA98F570D4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5:38.050" v="384"/>
          <ac:picMkLst>
            <pc:docMk/>
            <pc:sldMk cId="3310875422" sldId="347"/>
            <ac:picMk id="11" creationId="{3CA02E5F-87CC-C94C-28BA-B77D4806F047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56:31.929" v="404" actId="1076"/>
        <pc:sldMkLst>
          <pc:docMk/>
          <pc:sldMk cId="3802611624" sldId="350"/>
        </pc:sldMkLst>
        <pc:spChg chg="mod">
          <ac:chgData name="GENESIS ISABEL CALAPAQUI PORTILLA" userId="S::gicalapaqui@espe.edu.ec::5cf9098d-9cef-4576-a344-6111a9585f0f" providerId="AD" clId="Web-{C3AD8514-42F7-FEC8-2DC7-FA982B5939CA}" dt="2024-12-11T09:56:10.397" v="394" actId="20577"/>
          <ac:spMkLst>
            <pc:docMk/>
            <pc:sldMk cId="3802611624" sldId="350"/>
            <ac:spMk id="3" creationId="{93B8F572-C439-414C-90FA-BE3C081E9B98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56:31.929" v="404" actId="1076"/>
          <ac:picMkLst>
            <pc:docMk/>
            <pc:sldMk cId="3802611624" sldId="350"/>
            <ac:picMk id="4" creationId="{9B7E0758-585A-4C08-DB1E-E0C736286708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6:11.162" v="395"/>
          <ac:picMkLst>
            <pc:docMk/>
            <pc:sldMk cId="3802611624" sldId="350"/>
            <ac:picMk id="9" creationId="{5CAC24DD-C575-4A26-88ED-D978DB0948D5}"/>
          </ac:picMkLst>
        </pc:picChg>
      </pc:sldChg>
      <pc:sldChg chg="modSp">
        <pc:chgData name="GENESIS ISABEL CALAPAQUI PORTILLA" userId="S::gicalapaqui@espe.edu.ec::5cf9098d-9cef-4576-a344-6111a9585f0f" providerId="AD" clId="Web-{C3AD8514-42F7-FEC8-2DC7-FA982B5939CA}" dt="2024-12-11T09:33:42.297" v="139" actId="20577"/>
        <pc:sldMkLst>
          <pc:docMk/>
          <pc:sldMk cId="141034882" sldId="360"/>
        </pc:sldMkLst>
        <pc:spChg chg="mod">
          <ac:chgData name="GENESIS ISABEL CALAPAQUI PORTILLA" userId="S::gicalapaqui@espe.edu.ec::5cf9098d-9cef-4576-a344-6111a9585f0f" providerId="AD" clId="Web-{C3AD8514-42F7-FEC8-2DC7-FA982B5939CA}" dt="2024-12-11T09:33:42.297" v="139" actId="20577"/>
          <ac:spMkLst>
            <pc:docMk/>
            <pc:sldMk cId="141034882" sldId="360"/>
            <ac:spMk id="5" creationId="{EFCE21EE-10DC-4503-9FD7-8D2960C780CB}"/>
          </ac:spMkLst>
        </pc:sp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23:14.861" v="4" actId="14100"/>
        <pc:sldMkLst>
          <pc:docMk/>
          <pc:sldMk cId="278960470" sldId="380"/>
        </pc:sldMkLst>
        <pc:picChg chg="add mod">
          <ac:chgData name="GENESIS ISABEL CALAPAQUI PORTILLA" userId="S::gicalapaqui@espe.edu.ec::5cf9098d-9cef-4576-a344-6111a9585f0f" providerId="AD" clId="Web-{C3AD8514-42F7-FEC8-2DC7-FA982B5939CA}" dt="2024-12-11T09:23:14.861" v="4" actId="14100"/>
          <ac:picMkLst>
            <pc:docMk/>
            <pc:sldMk cId="278960470" sldId="380"/>
            <ac:picMk id="3" creationId="{1A65891B-C121-C8A8-EBC4-66EF3BEDE601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3:07.720" v="0"/>
          <ac:picMkLst>
            <pc:docMk/>
            <pc:sldMk cId="278960470" sldId="380"/>
            <ac:picMk id="4" creationId="{9AEB4F28-18D3-E6D1-7AEB-CC6A11C16A0B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3:09.251" v="1"/>
          <ac:picMkLst>
            <pc:docMk/>
            <pc:sldMk cId="278960470" sldId="380"/>
            <ac:picMk id="7" creationId="{E00715D4-8744-935E-B42F-CD486BF8C711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24:39.601" v="24" actId="20577"/>
        <pc:sldMkLst>
          <pc:docMk/>
          <pc:sldMk cId="2247966254" sldId="381"/>
        </pc:sldMkLst>
        <pc:spChg chg="mod">
          <ac:chgData name="GENESIS ISABEL CALAPAQUI PORTILLA" userId="S::gicalapaqui@espe.edu.ec::5cf9098d-9cef-4576-a344-6111a9585f0f" providerId="AD" clId="Web-{C3AD8514-42F7-FEC8-2DC7-FA982B5939CA}" dt="2024-12-11T09:24:39.601" v="24" actId="20577"/>
          <ac:spMkLst>
            <pc:docMk/>
            <pc:sldMk cId="2247966254" sldId="381"/>
            <ac:spMk id="6" creationId="{559BE94F-2D0C-0AD9-F01E-B29BFE134216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23:44.128" v="5"/>
          <ac:picMkLst>
            <pc:docMk/>
            <pc:sldMk cId="2247966254" sldId="381"/>
            <ac:picMk id="3" creationId="{2035813E-3359-C776-D024-9135C1F2C27F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24:13.724" v="17" actId="1076"/>
          <ac:picMkLst>
            <pc:docMk/>
            <pc:sldMk cId="2247966254" sldId="381"/>
            <ac:picMk id="4" creationId="{209AA764-DF6F-8352-A9AB-7D77AB42C36E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3:45.644" v="6"/>
          <ac:picMkLst>
            <pc:docMk/>
            <pc:sldMk cId="2247966254" sldId="381"/>
            <ac:picMk id="8" creationId="{F7C883ED-0808-4B7C-A729-2034BF33EA9F}"/>
          </ac:picMkLst>
        </pc:picChg>
      </pc:sldChg>
      <pc:sldChg chg="addSp delSp modSp">
        <pc:chgData name="GENESIS ISABEL CALAPAQUI PORTILLA" userId="S::gicalapaqui@espe.edu.ec::5cf9098d-9cef-4576-a344-6111a9585f0f" providerId="AD" clId="Web-{C3AD8514-42F7-FEC8-2DC7-FA982B5939CA}" dt="2024-12-11T09:30:31.501" v="132" actId="1076"/>
        <pc:sldMkLst>
          <pc:docMk/>
          <pc:sldMk cId="2756267404" sldId="383"/>
        </pc:sldMkLst>
        <pc:picChg chg="add mod">
          <ac:chgData name="GENESIS ISABEL CALAPAQUI PORTILLA" userId="S::gicalapaqui@espe.edu.ec::5cf9098d-9cef-4576-a344-6111a9585f0f" providerId="AD" clId="Web-{C3AD8514-42F7-FEC8-2DC7-FA982B5939CA}" dt="2024-12-11T09:30:23.360" v="127" actId="1076"/>
          <ac:picMkLst>
            <pc:docMk/>
            <pc:sldMk cId="2756267404" sldId="383"/>
            <ac:picMk id="3" creationId="{7A3437F9-AB22-ECBA-7BD3-4E67BCFC9639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9:09.808" v="111"/>
          <ac:picMkLst>
            <pc:docMk/>
            <pc:sldMk cId="2756267404" sldId="383"/>
            <ac:picMk id="4" creationId="{8DC6BD46-DCB0-E964-AC47-F62167DA815E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9:22.387" v="115"/>
          <ac:picMkLst>
            <pc:docMk/>
            <pc:sldMk cId="2756267404" sldId="383"/>
            <ac:picMk id="7" creationId="{A2729F9C-27CA-9727-4916-D1D2DCB51072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30:24.907" v="128" actId="1076"/>
          <ac:picMkLst>
            <pc:docMk/>
            <pc:sldMk cId="2756267404" sldId="383"/>
            <ac:picMk id="8" creationId="{99EE510D-73A9-4150-E1BF-A9C39F12A7F8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9:39.122" v="118"/>
          <ac:picMkLst>
            <pc:docMk/>
            <pc:sldMk cId="2756267404" sldId="383"/>
            <ac:picMk id="9" creationId="{A7F15E3F-10F1-50C6-4566-D473F33FBA84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30:31.501" v="132" actId="1076"/>
          <ac:picMkLst>
            <pc:docMk/>
            <pc:sldMk cId="2756267404" sldId="383"/>
            <ac:picMk id="10" creationId="{BA67BC01-1B6D-7C35-D0DA-4D481305022F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25:28.652" v="40" actId="1076"/>
        <pc:sldMkLst>
          <pc:docMk/>
          <pc:sldMk cId="1660950808" sldId="384"/>
        </pc:sldMkLst>
        <pc:spChg chg="mod">
          <ac:chgData name="GENESIS ISABEL CALAPAQUI PORTILLA" userId="S::gicalapaqui@espe.edu.ec::5cf9098d-9cef-4576-a344-6111a9585f0f" providerId="AD" clId="Web-{C3AD8514-42F7-FEC8-2DC7-FA982B5939CA}" dt="2024-12-11T09:25:06.822" v="33" actId="20577"/>
          <ac:spMkLst>
            <pc:docMk/>
            <pc:sldMk cId="1660950808" sldId="384"/>
            <ac:spMk id="6" creationId="{559BE94F-2D0C-0AD9-F01E-B29BFE134216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25:28.652" v="40" actId="1076"/>
          <ac:picMkLst>
            <pc:docMk/>
            <pc:sldMk cId="1660950808" sldId="384"/>
            <ac:picMk id="3" creationId="{DC65CD33-0E1C-0BA5-ED52-FB2673CDE3F5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5:11.463" v="34"/>
          <ac:picMkLst>
            <pc:docMk/>
            <pc:sldMk cId="1660950808" sldId="384"/>
            <ac:picMk id="4" creationId="{209AA764-DF6F-8352-A9AB-7D77AB42C36E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26:46.688" v="53" actId="1076"/>
        <pc:sldMkLst>
          <pc:docMk/>
          <pc:sldMk cId="883429702" sldId="385"/>
        </pc:sldMkLst>
        <pc:spChg chg="mod">
          <ac:chgData name="GENESIS ISABEL CALAPAQUI PORTILLA" userId="S::gicalapaqui@espe.edu.ec::5cf9098d-9cef-4576-a344-6111a9585f0f" providerId="AD" clId="Web-{C3AD8514-42F7-FEC8-2DC7-FA982B5939CA}" dt="2024-12-11T09:26:22.718" v="46" actId="20577"/>
          <ac:spMkLst>
            <pc:docMk/>
            <pc:sldMk cId="883429702" sldId="385"/>
            <ac:spMk id="6" creationId="{559BE94F-2D0C-0AD9-F01E-B29BFE134216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26:14.858" v="44"/>
          <ac:picMkLst>
            <pc:docMk/>
            <pc:sldMk cId="883429702" sldId="385"/>
            <ac:picMk id="3" creationId="{DC65CD33-0E1C-0BA5-ED52-FB2673CDE3F5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26:46.688" v="53" actId="1076"/>
          <ac:picMkLst>
            <pc:docMk/>
            <pc:sldMk cId="883429702" sldId="385"/>
            <ac:picMk id="4" creationId="{C661A04E-1F8E-DAFC-EC6A-4F4D2C26354F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27:56.615" v="81" actId="1076"/>
        <pc:sldMkLst>
          <pc:docMk/>
          <pc:sldMk cId="2970369762" sldId="386"/>
        </pc:sldMkLst>
        <pc:spChg chg="mod">
          <ac:chgData name="GENESIS ISABEL CALAPAQUI PORTILLA" userId="S::gicalapaqui@espe.edu.ec::5cf9098d-9cef-4576-a344-6111a9585f0f" providerId="AD" clId="Web-{C3AD8514-42F7-FEC8-2DC7-FA982B5939CA}" dt="2024-12-11T09:27:41.880" v="76" actId="20577"/>
          <ac:spMkLst>
            <pc:docMk/>
            <pc:sldMk cId="2970369762" sldId="386"/>
            <ac:spMk id="6" creationId="{559BE94F-2D0C-0AD9-F01E-B29BFE134216}"/>
          </ac:spMkLst>
        </pc:spChg>
        <pc:picChg chg="add mod">
          <ac:chgData name="GENESIS ISABEL CALAPAQUI PORTILLA" userId="S::gicalapaqui@espe.edu.ec::5cf9098d-9cef-4576-a344-6111a9585f0f" providerId="AD" clId="Web-{C3AD8514-42F7-FEC8-2DC7-FA982B5939CA}" dt="2024-12-11T09:27:46.489" v="79" actId="1076"/>
          <ac:picMkLst>
            <pc:docMk/>
            <pc:sldMk cId="2970369762" sldId="386"/>
            <ac:picMk id="3" creationId="{6238B688-BF1F-E33F-0036-78DA618EA535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7:42.536" v="77"/>
          <ac:picMkLst>
            <pc:docMk/>
            <pc:sldMk cId="2970369762" sldId="386"/>
            <ac:picMk id="4" creationId="{C661A04E-1F8E-DAFC-EC6A-4F4D2C26354F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27:56.615" v="81" actId="1076"/>
          <ac:picMkLst>
            <pc:docMk/>
            <pc:sldMk cId="2970369762" sldId="386"/>
            <ac:picMk id="7" creationId="{BBEFAB42-4D30-F586-625E-FE5C4ACBA9AC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28:43.900" v="110" actId="1076"/>
        <pc:sldMkLst>
          <pc:docMk/>
          <pc:sldMk cId="4003608425" sldId="387"/>
        </pc:sldMkLst>
        <pc:spChg chg="mod">
          <ac:chgData name="GENESIS ISABEL CALAPAQUI PORTILLA" userId="S::gicalapaqui@espe.edu.ec::5cf9098d-9cef-4576-a344-6111a9585f0f" providerId="AD" clId="Web-{C3AD8514-42F7-FEC8-2DC7-FA982B5939CA}" dt="2024-12-11T09:28:31.993" v="104" actId="20577"/>
          <ac:spMkLst>
            <pc:docMk/>
            <pc:sldMk cId="4003608425" sldId="387"/>
            <ac:spMk id="6" creationId="{559BE94F-2D0C-0AD9-F01E-B29BFE134216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28:33.508" v="105"/>
          <ac:picMkLst>
            <pc:docMk/>
            <pc:sldMk cId="4003608425" sldId="387"/>
            <ac:picMk id="3" creationId="{6238B688-BF1F-E33F-0036-78DA618EA535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28:43.900" v="110" actId="1076"/>
          <ac:picMkLst>
            <pc:docMk/>
            <pc:sldMk cId="4003608425" sldId="387"/>
            <ac:picMk id="4" creationId="{1FF48D34-2856-949E-FEA3-CB22B5FD42B7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28:35.149" v="106"/>
          <ac:picMkLst>
            <pc:docMk/>
            <pc:sldMk cId="4003608425" sldId="387"/>
            <ac:picMk id="7" creationId="{BBEFAB42-4D30-F586-625E-FE5C4ACBA9AC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40:20.388" v="194" actId="1076"/>
        <pc:sldMkLst>
          <pc:docMk/>
          <pc:sldMk cId="296549277" sldId="388"/>
        </pc:sldMkLst>
        <pc:spChg chg="mod">
          <ac:chgData name="GENESIS ISABEL CALAPAQUI PORTILLA" userId="S::gicalapaqui@espe.edu.ec::5cf9098d-9cef-4576-a344-6111a9585f0f" providerId="AD" clId="Web-{C3AD8514-42F7-FEC8-2DC7-FA982B5939CA}" dt="2024-12-11T09:40:15.387" v="191" actId="20577"/>
          <ac:spMkLst>
            <pc:docMk/>
            <pc:sldMk cId="296549277" sldId="388"/>
            <ac:spMk id="3" creationId="{93B8F572-C439-414C-90FA-BE3C081E9B98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40:16.309" v="192"/>
          <ac:picMkLst>
            <pc:docMk/>
            <pc:sldMk cId="296549277" sldId="388"/>
            <ac:picMk id="4" creationId="{61540D29-0408-B3E4-2A7A-D91DA0322ACC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40:20.388" v="194" actId="1076"/>
          <ac:picMkLst>
            <pc:docMk/>
            <pc:sldMk cId="296549277" sldId="388"/>
            <ac:picMk id="6" creationId="{DC766466-87DE-795B-3556-A05F61A1227F}"/>
          </ac:picMkLst>
        </pc:picChg>
      </pc:sldChg>
      <pc:sldChg chg="add del replId">
        <pc:chgData name="GENESIS ISABEL CALAPAQUI PORTILLA" userId="S::gicalapaqui@espe.edu.ec::5cf9098d-9cef-4576-a344-6111a9585f0f" providerId="AD" clId="Web-{C3AD8514-42F7-FEC8-2DC7-FA982B5939CA}" dt="2024-12-11T09:38:34.302" v="166"/>
        <pc:sldMkLst>
          <pc:docMk/>
          <pc:sldMk cId="2093400676" sldId="388"/>
        </pc:sldMkLst>
      </pc:sldChg>
      <pc:sldChg chg="add replId">
        <pc:chgData name="GENESIS ISABEL CALAPAQUI PORTILLA" userId="S::gicalapaqui@espe.edu.ec::5cf9098d-9cef-4576-a344-6111a9585f0f" providerId="AD" clId="Web-{C3AD8514-42F7-FEC8-2DC7-FA982B5939CA}" dt="2024-12-11T09:39:52.261" v="185"/>
        <pc:sldMkLst>
          <pc:docMk/>
          <pc:sldMk cId="3697253012" sldId="389"/>
        </pc:sldMkLst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45:10.408" v="258" actId="1076"/>
        <pc:sldMkLst>
          <pc:docMk/>
          <pc:sldMk cId="996485114" sldId="390"/>
        </pc:sldMkLst>
        <pc:spChg chg="mod">
          <ac:chgData name="GENESIS ISABEL CALAPAQUI PORTILLA" userId="S::gicalapaqui@espe.edu.ec::5cf9098d-9cef-4576-a344-6111a9585f0f" providerId="AD" clId="Web-{C3AD8514-42F7-FEC8-2DC7-FA982B5939CA}" dt="2024-12-11T09:44:59.095" v="251" actId="20577"/>
          <ac:spMkLst>
            <pc:docMk/>
            <pc:sldMk cId="996485114" sldId="390"/>
            <ac:spMk id="3" creationId="{93B8F572-C439-414C-90FA-BE3C081E9B98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44:59.986" v="252"/>
          <ac:picMkLst>
            <pc:docMk/>
            <pc:sldMk cId="996485114" sldId="390"/>
            <ac:picMk id="4" creationId="{1AD03FFD-B24B-58B6-2331-A6F1520BC04D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45:10.408" v="258" actId="1076"/>
          <ac:picMkLst>
            <pc:docMk/>
            <pc:sldMk cId="996485114" sldId="390"/>
            <ac:picMk id="6" creationId="{B52F5983-C77B-11DC-85D4-E6A14575A7E9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45:58.740" v="268" actId="1076"/>
        <pc:sldMkLst>
          <pc:docMk/>
          <pc:sldMk cId="2665425969" sldId="391"/>
        </pc:sldMkLst>
        <pc:spChg chg="mod">
          <ac:chgData name="GENESIS ISABEL CALAPAQUI PORTILLA" userId="S::gicalapaqui@espe.edu.ec::5cf9098d-9cef-4576-a344-6111a9585f0f" providerId="AD" clId="Web-{C3AD8514-42F7-FEC8-2DC7-FA982B5939CA}" dt="2024-12-11T09:45:50.864" v="263" actId="20577"/>
          <ac:spMkLst>
            <pc:docMk/>
            <pc:sldMk cId="2665425969" sldId="391"/>
            <ac:spMk id="3" creationId="{93B8F572-C439-414C-90FA-BE3C081E9B98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45:51.708" v="264"/>
          <ac:picMkLst>
            <pc:docMk/>
            <pc:sldMk cId="2665425969" sldId="391"/>
            <ac:picMk id="4" creationId="{1AD03FFD-B24B-58B6-2331-A6F1520BC04D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45:58.740" v="268" actId="1076"/>
          <ac:picMkLst>
            <pc:docMk/>
            <pc:sldMk cId="2665425969" sldId="391"/>
            <ac:picMk id="6" creationId="{50104DFB-8ABB-65F4-5DD0-88284AE1119D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57:22.542" v="414" actId="1076"/>
        <pc:sldMkLst>
          <pc:docMk/>
          <pc:sldMk cId="3199295975" sldId="392"/>
        </pc:sldMkLst>
        <pc:spChg chg="mod">
          <ac:chgData name="GENESIS ISABEL CALAPAQUI PORTILLA" userId="S::gicalapaqui@espe.edu.ec::5cf9098d-9cef-4576-a344-6111a9585f0f" providerId="AD" clId="Web-{C3AD8514-42F7-FEC8-2DC7-FA982B5939CA}" dt="2024-12-11T09:57:10.135" v="409" actId="20577"/>
          <ac:spMkLst>
            <pc:docMk/>
            <pc:sldMk cId="3199295975" sldId="392"/>
            <ac:spMk id="3" creationId="{93B8F572-C439-414C-90FA-BE3C081E9B98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57:14.198" v="410"/>
          <ac:picMkLst>
            <pc:docMk/>
            <pc:sldMk cId="3199295975" sldId="392"/>
            <ac:picMk id="4" creationId="{9B7E0758-585A-4C08-DB1E-E0C736286708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57:22.542" v="414" actId="1076"/>
          <ac:picMkLst>
            <pc:docMk/>
            <pc:sldMk cId="3199295975" sldId="392"/>
            <ac:picMk id="6" creationId="{1651E2C0-9595-D61A-2EA2-2FCD98E03019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58:00.967" v="426" actId="1076"/>
        <pc:sldMkLst>
          <pc:docMk/>
          <pc:sldMk cId="1498248913" sldId="393"/>
        </pc:sldMkLst>
        <pc:spChg chg="mod">
          <ac:chgData name="GENESIS ISABEL CALAPAQUI PORTILLA" userId="S::gicalapaqui@espe.edu.ec::5cf9098d-9cef-4576-a344-6111a9585f0f" providerId="AD" clId="Web-{C3AD8514-42F7-FEC8-2DC7-FA982B5939CA}" dt="2024-12-11T09:57:47.372" v="419" actId="20577"/>
          <ac:spMkLst>
            <pc:docMk/>
            <pc:sldMk cId="1498248913" sldId="393"/>
            <ac:spMk id="3" creationId="{93B8F572-C439-414C-90FA-BE3C081E9B98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57:49.419" v="420"/>
          <ac:picMkLst>
            <pc:docMk/>
            <pc:sldMk cId="1498248913" sldId="393"/>
            <ac:picMk id="4" creationId="{9B7E0758-585A-4C08-DB1E-E0C736286708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58:00.967" v="426" actId="1076"/>
          <ac:picMkLst>
            <pc:docMk/>
            <pc:sldMk cId="1498248913" sldId="393"/>
            <ac:picMk id="6" creationId="{CEC0212B-FF89-51A6-F8AE-6EF279977FB5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58:26.281" v="433" actId="1076"/>
        <pc:sldMkLst>
          <pc:docMk/>
          <pc:sldMk cId="1303954195" sldId="394"/>
        </pc:sldMkLst>
        <pc:picChg chg="add mod">
          <ac:chgData name="GENESIS ISABEL CALAPAQUI PORTILLA" userId="S::gicalapaqui@espe.edu.ec::5cf9098d-9cef-4576-a344-6111a9585f0f" providerId="AD" clId="Web-{C3AD8514-42F7-FEC8-2DC7-FA982B5939CA}" dt="2024-12-11T09:58:26.281" v="433" actId="1076"/>
          <ac:picMkLst>
            <pc:docMk/>
            <pc:sldMk cId="1303954195" sldId="394"/>
            <ac:picMk id="4" creationId="{364AA22D-B8A5-6730-050D-0FA395E794F9}"/>
          </ac:picMkLst>
        </pc:picChg>
        <pc:picChg chg="del">
          <ac:chgData name="GENESIS ISABEL CALAPAQUI PORTILLA" userId="S::gicalapaqui@espe.edu.ec::5cf9098d-9cef-4576-a344-6111a9585f0f" providerId="AD" clId="Web-{C3AD8514-42F7-FEC8-2DC7-FA982B5939CA}" dt="2024-12-11T09:58:16.780" v="428"/>
          <ac:picMkLst>
            <pc:docMk/>
            <pc:sldMk cId="1303954195" sldId="394"/>
            <ac:picMk id="6" creationId="{CEC0212B-FF89-51A6-F8AE-6EF279977FB5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09:59:34.802" v="447" actId="1076"/>
        <pc:sldMkLst>
          <pc:docMk/>
          <pc:sldMk cId="1652900263" sldId="395"/>
        </pc:sldMkLst>
        <pc:spChg chg="mod">
          <ac:chgData name="GENESIS ISABEL CALAPAQUI PORTILLA" userId="S::gicalapaqui@espe.edu.ec::5cf9098d-9cef-4576-a344-6111a9585f0f" providerId="AD" clId="Web-{C3AD8514-42F7-FEC8-2DC7-FA982B5939CA}" dt="2024-12-11T09:59:23.504" v="440" actId="20577"/>
          <ac:spMkLst>
            <pc:docMk/>
            <pc:sldMk cId="1652900263" sldId="395"/>
            <ac:spMk id="3" creationId="{93B8F572-C439-414C-90FA-BE3C081E9B98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09:59:23.895" v="441"/>
          <ac:picMkLst>
            <pc:docMk/>
            <pc:sldMk cId="1652900263" sldId="395"/>
            <ac:picMk id="4" creationId="{364AA22D-B8A5-6730-050D-0FA395E794F9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09:59:34.802" v="447" actId="1076"/>
          <ac:picMkLst>
            <pc:docMk/>
            <pc:sldMk cId="1652900263" sldId="395"/>
            <ac:picMk id="6" creationId="{27D9EAD3-2D39-CBB4-4B4F-83D2B490356B}"/>
          </ac:picMkLst>
        </pc:picChg>
      </pc:sldChg>
      <pc:sldChg chg="addSp delSp modSp add replId">
        <pc:chgData name="GENESIS ISABEL CALAPAQUI PORTILLA" userId="S::gicalapaqui@espe.edu.ec::5cf9098d-9cef-4576-a344-6111a9585f0f" providerId="AD" clId="Web-{C3AD8514-42F7-FEC8-2DC7-FA982B5939CA}" dt="2024-12-11T10:00:38.665" v="457" actId="1076"/>
        <pc:sldMkLst>
          <pc:docMk/>
          <pc:sldMk cId="3227347643" sldId="396"/>
        </pc:sldMkLst>
        <pc:spChg chg="mod">
          <ac:chgData name="GENESIS ISABEL CALAPAQUI PORTILLA" userId="S::gicalapaqui@espe.edu.ec::5cf9098d-9cef-4576-a344-6111a9585f0f" providerId="AD" clId="Web-{C3AD8514-42F7-FEC8-2DC7-FA982B5939CA}" dt="2024-12-11T10:00:27.290" v="450" actId="20577"/>
          <ac:spMkLst>
            <pc:docMk/>
            <pc:sldMk cId="3227347643" sldId="396"/>
            <ac:spMk id="3" creationId="{93B8F572-C439-414C-90FA-BE3C081E9B98}"/>
          </ac:spMkLst>
        </pc:spChg>
        <pc:picChg chg="del">
          <ac:chgData name="GENESIS ISABEL CALAPAQUI PORTILLA" userId="S::gicalapaqui@espe.edu.ec::5cf9098d-9cef-4576-a344-6111a9585f0f" providerId="AD" clId="Web-{C3AD8514-42F7-FEC8-2DC7-FA982B5939CA}" dt="2024-12-11T10:00:28.149" v="451"/>
          <ac:picMkLst>
            <pc:docMk/>
            <pc:sldMk cId="3227347643" sldId="396"/>
            <ac:picMk id="4" creationId="{364AA22D-B8A5-6730-050D-0FA395E794F9}"/>
          </ac:picMkLst>
        </pc:picChg>
        <pc:picChg chg="add mod">
          <ac:chgData name="GENESIS ISABEL CALAPAQUI PORTILLA" userId="S::gicalapaqui@espe.edu.ec::5cf9098d-9cef-4576-a344-6111a9585f0f" providerId="AD" clId="Web-{C3AD8514-42F7-FEC8-2DC7-FA982B5939CA}" dt="2024-12-11T10:00:38.665" v="457" actId="1076"/>
          <ac:picMkLst>
            <pc:docMk/>
            <pc:sldMk cId="3227347643" sldId="396"/>
            <ac:picMk id="6" creationId="{95D488FB-1C70-903D-4B26-6482903B9D56}"/>
          </ac:picMkLst>
        </pc:picChg>
      </pc:sldChg>
    </pc:docChg>
  </pc:docChgLst>
  <pc:docChgLst>
    <pc:chgData name="GENESIS ISABEL CALAPAQUI PORTILLA" userId="5cf9098d-9cef-4576-a344-6111a9585f0f" providerId="ADAL" clId="{CFE715F6-BFB0-4EE6-9EA5-72C5D9C0C688}"/>
    <pc:docChg chg="undo custSel addSld delSld modSld">
      <pc:chgData name="GENESIS ISABEL CALAPAQUI PORTILLA" userId="5cf9098d-9cef-4576-a344-6111a9585f0f" providerId="ADAL" clId="{CFE715F6-BFB0-4EE6-9EA5-72C5D9C0C688}" dt="2024-12-12T05:00:16.622" v="837" actId="6549"/>
      <pc:docMkLst>
        <pc:docMk/>
      </pc:docMkLst>
      <pc:sldChg chg="modSp mod">
        <pc:chgData name="GENESIS ISABEL CALAPAQUI PORTILLA" userId="5cf9098d-9cef-4576-a344-6111a9585f0f" providerId="ADAL" clId="{CFE715F6-BFB0-4EE6-9EA5-72C5D9C0C688}" dt="2024-12-11T15:24:39.459" v="219" actId="20577"/>
        <pc:sldMkLst>
          <pc:docMk/>
          <pc:sldMk cId="4206866613" sldId="258"/>
        </pc:sldMkLst>
        <pc:spChg chg="mod">
          <ac:chgData name="GENESIS ISABEL CALAPAQUI PORTILLA" userId="5cf9098d-9cef-4576-a344-6111a9585f0f" providerId="ADAL" clId="{CFE715F6-BFB0-4EE6-9EA5-72C5D9C0C688}" dt="2024-12-11T15:22:45.295" v="11" actId="20577"/>
          <ac:spMkLst>
            <pc:docMk/>
            <pc:sldMk cId="4206866613" sldId="258"/>
            <ac:spMk id="2" creationId="{E8956176-055A-4F41-9A1C-5A8ABC57AE1B}"/>
          </ac:spMkLst>
        </pc:spChg>
        <pc:spChg chg="mod">
          <ac:chgData name="GENESIS ISABEL CALAPAQUI PORTILLA" userId="5cf9098d-9cef-4576-a344-6111a9585f0f" providerId="ADAL" clId="{CFE715F6-BFB0-4EE6-9EA5-72C5D9C0C688}" dt="2024-12-11T15:24:39.459" v="219" actId="20577"/>
          <ac:spMkLst>
            <pc:docMk/>
            <pc:sldMk cId="4206866613" sldId="258"/>
            <ac:spMk id="3" creationId="{3D0C571E-A349-4667-927F-5916BE6073A2}"/>
          </ac:spMkLst>
        </pc:spChg>
        <pc:spChg chg="mod">
          <ac:chgData name="GENESIS ISABEL CALAPAQUI PORTILLA" userId="5cf9098d-9cef-4576-a344-6111a9585f0f" providerId="ADAL" clId="{CFE715F6-BFB0-4EE6-9EA5-72C5D9C0C688}" dt="2024-12-11T15:23:58.885" v="154" actId="20577"/>
          <ac:spMkLst>
            <pc:docMk/>
            <pc:sldMk cId="4206866613" sldId="258"/>
            <ac:spMk id="5" creationId="{1967A448-01D9-4956-A50F-F9BFFBEC42EB}"/>
          </ac:spMkLst>
        </pc:spChg>
      </pc:sldChg>
      <pc:sldChg chg="modSp mod">
        <pc:chgData name="GENESIS ISABEL CALAPAQUI PORTILLA" userId="5cf9098d-9cef-4576-a344-6111a9585f0f" providerId="ADAL" clId="{CFE715F6-BFB0-4EE6-9EA5-72C5D9C0C688}" dt="2024-12-12T05:00:16.622" v="837" actId="6549"/>
        <pc:sldMkLst>
          <pc:docMk/>
          <pc:sldMk cId="179576126" sldId="262"/>
        </pc:sldMkLst>
        <pc:spChg chg="mod">
          <ac:chgData name="GENESIS ISABEL CALAPAQUI PORTILLA" userId="5cf9098d-9cef-4576-a344-6111a9585f0f" providerId="ADAL" clId="{CFE715F6-BFB0-4EE6-9EA5-72C5D9C0C688}" dt="2024-12-12T05:00:16.622" v="837" actId="6549"/>
          <ac:spMkLst>
            <pc:docMk/>
            <pc:sldMk cId="179576126" sldId="262"/>
            <ac:spMk id="3" creationId="{D80960AD-F226-4240-9557-9B1A56633CDB}"/>
          </ac:spMkLst>
        </pc:spChg>
      </pc:sldChg>
      <pc:sldChg chg="modSp mod">
        <pc:chgData name="GENESIS ISABEL CALAPAQUI PORTILLA" userId="5cf9098d-9cef-4576-a344-6111a9585f0f" providerId="ADAL" clId="{CFE715F6-BFB0-4EE6-9EA5-72C5D9C0C688}" dt="2024-12-12T04:59:58.433" v="830" actId="6549"/>
        <pc:sldMkLst>
          <pc:docMk/>
          <pc:sldMk cId="2891991657" sldId="324"/>
        </pc:sldMkLst>
        <pc:spChg chg="mod">
          <ac:chgData name="GENESIS ISABEL CALAPAQUI PORTILLA" userId="5cf9098d-9cef-4576-a344-6111a9585f0f" providerId="ADAL" clId="{CFE715F6-BFB0-4EE6-9EA5-72C5D9C0C688}" dt="2024-12-12T04:59:58.433" v="830" actId="6549"/>
          <ac:spMkLst>
            <pc:docMk/>
            <pc:sldMk cId="2891991657" sldId="324"/>
            <ac:spMk id="3" creationId="{93B8F572-C439-414C-90FA-BE3C081E9B98}"/>
          </ac:spMkLst>
        </pc:spChg>
      </pc:sldChg>
      <pc:sldChg chg="modSp mod">
        <pc:chgData name="GENESIS ISABEL CALAPAQUI PORTILLA" userId="5cf9098d-9cef-4576-a344-6111a9585f0f" providerId="ADAL" clId="{CFE715F6-BFB0-4EE6-9EA5-72C5D9C0C688}" dt="2024-12-12T04:37:12.133" v="220" actId="1440"/>
        <pc:sldMkLst>
          <pc:docMk/>
          <pc:sldMk cId="3663893953" sldId="331"/>
        </pc:sldMkLst>
        <pc:picChg chg="mod">
          <ac:chgData name="GENESIS ISABEL CALAPAQUI PORTILLA" userId="5cf9098d-9cef-4576-a344-6111a9585f0f" providerId="ADAL" clId="{CFE715F6-BFB0-4EE6-9EA5-72C5D9C0C688}" dt="2024-12-12T04:37:12.133" v="220" actId="1440"/>
          <ac:picMkLst>
            <pc:docMk/>
            <pc:sldMk cId="3663893953" sldId="331"/>
            <ac:picMk id="4" creationId="{14E3E346-AC80-DC4F-AB4C-6D373E49D996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7:18.958" v="221" actId="1440"/>
        <pc:sldMkLst>
          <pc:docMk/>
          <pc:sldMk cId="4261152526" sldId="332"/>
        </pc:sldMkLst>
        <pc:picChg chg="mod">
          <ac:chgData name="GENESIS ISABEL CALAPAQUI PORTILLA" userId="5cf9098d-9cef-4576-a344-6111a9585f0f" providerId="ADAL" clId="{CFE715F6-BFB0-4EE6-9EA5-72C5D9C0C688}" dt="2024-12-12T04:37:18.958" v="221" actId="1440"/>
          <ac:picMkLst>
            <pc:docMk/>
            <pc:sldMk cId="4261152526" sldId="332"/>
            <ac:picMk id="4" creationId="{7F3105AF-FDA2-170E-6A6F-BD965A0443D1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7:25.304" v="222" actId="1440"/>
        <pc:sldMkLst>
          <pc:docMk/>
          <pc:sldMk cId="2065198200" sldId="333"/>
        </pc:sldMkLst>
        <pc:picChg chg="mod">
          <ac:chgData name="GENESIS ISABEL CALAPAQUI PORTILLA" userId="5cf9098d-9cef-4576-a344-6111a9585f0f" providerId="ADAL" clId="{CFE715F6-BFB0-4EE6-9EA5-72C5D9C0C688}" dt="2024-12-12T04:37:25.304" v="222" actId="1440"/>
          <ac:picMkLst>
            <pc:docMk/>
            <pc:sldMk cId="2065198200" sldId="333"/>
            <ac:picMk id="4" creationId="{093BBA22-F739-102B-BBE5-041965DF5B6C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7:34.996" v="223" actId="1440"/>
        <pc:sldMkLst>
          <pc:docMk/>
          <pc:sldMk cId="2070467638" sldId="334"/>
        </pc:sldMkLst>
        <pc:picChg chg="mod">
          <ac:chgData name="GENESIS ISABEL CALAPAQUI PORTILLA" userId="5cf9098d-9cef-4576-a344-6111a9585f0f" providerId="ADAL" clId="{CFE715F6-BFB0-4EE6-9EA5-72C5D9C0C688}" dt="2024-12-12T04:37:34.996" v="223" actId="1440"/>
          <ac:picMkLst>
            <pc:docMk/>
            <pc:sldMk cId="2070467638" sldId="334"/>
            <ac:picMk id="4" creationId="{1B7E2AA2-9CFD-7AAD-8D87-A060A0D570D6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7:39.261" v="224" actId="1440"/>
        <pc:sldMkLst>
          <pc:docMk/>
          <pc:sldMk cId="3197848502" sldId="335"/>
        </pc:sldMkLst>
        <pc:picChg chg="mod">
          <ac:chgData name="GENESIS ISABEL CALAPAQUI PORTILLA" userId="5cf9098d-9cef-4576-a344-6111a9585f0f" providerId="ADAL" clId="{CFE715F6-BFB0-4EE6-9EA5-72C5D9C0C688}" dt="2024-12-12T04:37:39.261" v="224" actId="1440"/>
          <ac:picMkLst>
            <pc:docMk/>
            <pc:sldMk cId="3197848502" sldId="335"/>
            <ac:picMk id="4" creationId="{1AD03FFD-B24B-58B6-2331-A6F1520BC04D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7:56.221" v="227" actId="1440"/>
        <pc:sldMkLst>
          <pc:docMk/>
          <pc:sldMk cId="165983398" sldId="336"/>
        </pc:sldMkLst>
        <pc:picChg chg="mod">
          <ac:chgData name="GENESIS ISABEL CALAPAQUI PORTILLA" userId="5cf9098d-9cef-4576-a344-6111a9585f0f" providerId="ADAL" clId="{CFE715F6-BFB0-4EE6-9EA5-72C5D9C0C688}" dt="2024-12-12T04:37:56.221" v="227" actId="1440"/>
          <ac:picMkLst>
            <pc:docMk/>
            <pc:sldMk cId="165983398" sldId="336"/>
            <ac:picMk id="4" creationId="{C05681FB-FF38-A503-5A4E-4E1623BCB332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04.308" v="228" actId="1440"/>
        <pc:sldMkLst>
          <pc:docMk/>
          <pc:sldMk cId="2891715748" sldId="337"/>
        </pc:sldMkLst>
        <pc:picChg chg="mod">
          <ac:chgData name="GENESIS ISABEL CALAPAQUI PORTILLA" userId="5cf9098d-9cef-4576-a344-6111a9585f0f" providerId="ADAL" clId="{CFE715F6-BFB0-4EE6-9EA5-72C5D9C0C688}" dt="2024-12-12T04:38:04.308" v="228" actId="1440"/>
          <ac:picMkLst>
            <pc:docMk/>
            <pc:sldMk cId="2891715748" sldId="337"/>
            <ac:picMk id="4" creationId="{2E960DC8-0CE6-882F-3B74-90BC707FEE09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08.382" v="229" actId="1440"/>
        <pc:sldMkLst>
          <pc:docMk/>
          <pc:sldMk cId="3100488757" sldId="338"/>
        </pc:sldMkLst>
        <pc:picChg chg="mod">
          <ac:chgData name="GENESIS ISABEL CALAPAQUI PORTILLA" userId="5cf9098d-9cef-4576-a344-6111a9585f0f" providerId="ADAL" clId="{CFE715F6-BFB0-4EE6-9EA5-72C5D9C0C688}" dt="2024-12-12T04:38:08.382" v="229" actId="1440"/>
          <ac:picMkLst>
            <pc:docMk/>
            <pc:sldMk cId="3100488757" sldId="338"/>
            <ac:picMk id="4" creationId="{1F8937AF-7331-9D72-F784-73802B413A93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14.614" v="230" actId="1440"/>
        <pc:sldMkLst>
          <pc:docMk/>
          <pc:sldMk cId="1210799307" sldId="339"/>
        </pc:sldMkLst>
        <pc:picChg chg="mod">
          <ac:chgData name="GENESIS ISABEL CALAPAQUI PORTILLA" userId="5cf9098d-9cef-4576-a344-6111a9585f0f" providerId="ADAL" clId="{CFE715F6-BFB0-4EE6-9EA5-72C5D9C0C688}" dt="2024-12-12T04:38:14.614" v="230" actId="1440"/>
          <ac:picMkLst>
            <pc:docMk/>
            <pc:sldMk cId="1210799307" sldId="339"/>
            <ac:picMk id="4" creationId="{43E8E2EC-3FD8-4F88-FC09-CCF3B3CE6D3D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19.989" v="231" actId="1440"/>
        <pc:sldMkLst>
          <pc:docMk/>
          <pc:sldMk cId="1866044535" sldId="340"/>
        </pc:sldMkLst>
        <pc:picChg chg="mod">
          <ac:chgData name="GENESIS ISABEL CALAPAQUI PORTILLA" userId="5cf9098d-9cef-4576-a344-6111a9585f0f" providerId="ADAL" clId="{CFE715F6-BFB0-4EE6-9EA5-72C5D9C0C688}" dt="2024-12-12T04:38:19.989" v="231" actId="1440"/>
          <ac:picMkLst>
            <pc:docMk/>
            <pc:sldMk cId="1866044535" sldId="340"/>
            <ac:picMk id="4" creationId="{5D9E123B-5E53-2AFF-A74C-89344B1BCDEC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24.365" v="233" actId="1440"/>
        <pc:sldMkLst>
          <pc:docMk/>
          <pc:sldMk cId="437970516" sldId="341"/>
        </pc:sldMkLst>
        <pc:picChg chg="mod">
          <ac:chgData name="GENESIS ISABEL CALAPAQUI PORTILLA" userId="5cf9098d-9cef-4576-a344-6111a9585f0f" providerId="ADAL" clId="{CFE715F6-BFB0-4EE6-9EA5-72C5D9C0C688}" dt="2024-12-12T04:38:24.365" v="233" actId="1440"/>
          <ac:picMkLst>
            <pc:docMk/>
            <pc:sldMk cId="437970516" sldId="341"/>
            <ac:picMk id="4" creationId="{34BF608A-C174-4A1E-ACFD-8B14BB431290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28.229" v="234" actId="1440"/>
        <pc:sldMkLst>
          <pc:docMk/>
          <pc:sldMk cId="412810460" sldId="342"/>
        </pc:sldMkLst>
        <pc:picChg chg="mod">
          <ac:chgData name="GENESIS ISABEL CALAPAQUI PORTILLA" userId="5cf9098d-9cef-4576-a344-6111a9585f0f" providerId="ADAL" clId="{CFE715F6-BFB0-4EE6-9EA5-72C5D9C0C688}" dt="2024-12-12T04:38:28.229" v="234" actId="1440"/>
          <ac:picMkLst>
            <pc:docMk/>
            <pc:sldMk cId="412810460" sldId="342"/>
            <ac:picMk id="4" creationId="{3849CBD3-FBDF-507A-D671-1BB6E17B80B9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32.821" v="235" actId="1440"/>
        <pc:sldMkLst>
          <pc:docMk/>
          <pc:sldMk cId="2326254396" sldId="344"/>
        </pc:sldMkLst>
        <pc:picChg chg="mod">
          <ac:chgData name="GENESIS ISABEL CALAPAQUI PORTILLA" userId="5cf9098d-9cef-4576-a344-6111a9585f0f" providerId="ADAL" clId="{CFE715F6-BFB0-4EE6-9EA5-72C5D9C0C688}" dt="2024-12-12T04:38:32.821" v="235" actId="1440"/>
          <ac:picMkLst>
            <pc:docMk/>
            <pc:sldMk cId="2326254396" sldId="344"/>
            <ac:picMk id="4" creationId="{5F7A476C-A649-4231-EC6B-4D5AF60D2DFD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40.005" v="236" actId="1440"/>
        <pc:sldMkLst>
          <pc:docMk/>
          <pc:sldMk cId="376911173" sldId="345"/>
        </pc:sldMkLst>
        <pc:picChg chg="mod">
          <ac:chgData name="GENESIS ISABEL CALAPAQUI PORTILLA" userId="5cf9098d-9cef-4576-a344-6111a9585f0f" providerId="ADAL" clId="{CFE715F6-BFB0-4EE6-9EA5-72C5D9C0C688}" dt="2024-12-12T04:38:40.005" v="236" actId="1440"/>
          <ac:picMkLst>
            <pc:docMk/>
            <pc:sldMk cId="376911173" sldId="345"/>
            <ac:picMk id="4" creationId="{333DBA3B-A9D2-50F2-EA1E-3211971E2C3D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44.093" v="237" actId="1440"/>
        <pc:sldMkLst>
          <pc:docMk/>
          <pc:sldMk cId="2478630053" sldId="346"/>
        </pc:sldMkLst>
        <pc:picChg chg="mod">
          <ac:chgData name="GENESIS ISABEL CALAPAQUI PORTILLA" userId="5cf9098d-9cef-4576-a344-6111a9585f0f" providerId="ADAL" clId="{CFE715F6-BFB0-4EE6-9EA5-72C5D9C0C688}" dt="2024-12-12T04:38:44.093" v="237" actId="1440"/>
          <ac:picMkLst>
            <pc:docMk/>
            <pc:sldMk cId="2478630053" sldId="346"/>
            <ac:picMk id="4" creationId="{62931A3B-2443-F1E4-72C8-EEAAD7476AA7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48.590" v="238" actId="1440"/>
        <pc:sldMkLst>
          <pc:docMk/>
          <pc:sldMk cId="3310875422" sldId="347"/>
        </pc:sldMkLst>
        <pc:picChg chg="mod">
          <ac:chgData name="GENESIS ISABEL CALAPAQUI PORTILLA" userId="5cf9098d-9cef-4576-a344-6111a9585f0f" providerId="ADAL" clId="{CFE715F6-BFB0-4EE6-9EA5-72C5D9C0C688}" dt="2024-12-12T04:38:48.590" v="238" actId="1440"/>
          <ac:picMkLst>
            <pc:docMk/>
            <pc:sldMk cId="3310875422" sldId="347"/>
            <ac:picMk id="4" creationId="{45D2C629-1AAC-CCCB-6668-9BBC850F3F86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8:59.205" v="239" actId="1440"/>
        <pc:sldMkLst>
          <pc:docMk/>
          <pc:sldMk cId="3802611624" sldId="350"/>
        </pc:sldMkLst>
        <pc:picChg chg="mod">
          <ac:chgData name="GENESIS ISABEL CALAPAQUI PORTILLA" userId="5cf9098d-9cef-4576-a344-6111a9585f0f" providerId="ADAL" clId="{CFE715F6-BFB0-4EE6-9EA5-72C5D9C0C688}" dt="2024-12-12T04:38:59.205" v="239" actId="1440"/>
          <ac:picMkLst>
            <pc:docMk/>
            <pc:sldMk cId="3802611624" sldId="350"/>
            <ac:picMk id="4" creationId="{9B7E0758-585A-4C08-DB1E-E0C736286708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1:17.182" v="277" actId="20577"/>
        <pc:sldMkLst>
          <pc:docMk/>
          <pc:sldMk cId="2048556783" sldId="352"/>
        </pc:sldMkLst>
        <pc:spChg chg="mod">
          <ac:chgData name="GENESIS ISABEL CALAPAQUI PORTILLA" userId="5cf9098d-9cef-4576-a344-6111a9585f0f" providerId="ADAL" clId="{CFE715F6-BFB0-4EE6-9EA5-72C5D9C0C688}" dt="2024-12-12T04:41:17.182" v="277" actId="20577"/>
          <ac:spMkLst>
            <pc:docMk/>
            <pc:sldMk cId="2048556783" sldId="352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CFE715F6-BFB0-4EE6-9EA5-72C5D9C0C688}" dt="2024-12-12T04:40:57.547" v="248" actId="14100"/>
          <ac:picMkLst>
            <pc:docMk/>
            <pc:sldMk cId="2048556783" sldId="352"/>
            <ac:picMk id="4" creationId="{03D45640-C8A7-9CF2-839F-63354CF37AD4}"/>
          </ac:picMkLst>
        </pc:picChg>
        <pc:picChg chg="del">
          <ac:chgData name="GENESIS ISABEL CALAPAQUI PORTILLA" userId="5cf9098d-9cef-4576-a344-6111a9585f0f" providerId="ADAL" clId="{CFE715F6-BFB0-4EE6-9EA5-72C5D9C0C688}" dt="2024-12-12T04:40:54.083" v="245" actId="478"/>
          <ac:picMkLst>
            <pc:docMk/>
            <pc:sldMk cId="2048556783" sldId="352"/>
            <ac:picMk id="7" creationId="{91A3B8F5-53BA-CEBC-7B0A-A0A7623B5C02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1:52.140" v="284" actId="1076"/>
        <pc:sldMkLst>
          <pc:docMk/>
          <pc:sldMk cId="1022546901" sldId="353"/>
        </pc:sldMkLst>
        <pc:spChg chg="mod">
          <ac:chgData name="GENESIS ISABEL CALAPAQUI PORTILLA" userId="5cf9098d-9cef-4576-a344-6111a9585f0f" providerId="ADAL" clId="{CFE715F6-BFB0-4EE6-9EA5-72C5D9C0C688}" dt="2024-12-12T04:41:43.379" v="280"/>
          <ac:spMkLst>
            <pc:docMk/>
            <pc:sldMk cId="1022546901" sldId="353"/>
            <ac:spMk id="3" creationId="{93B8F572-C439-414C-90FA-BE3C081E9B98}"/>
          </ac:spMkLst>
        </pc:spChg>
        <pc:picChg chg="del">
          <ac:chgData name="GENESIS ISABEL CALAPAQUI PORTILLA" userId="5cf9098d-9cef-4576-a344-6111a9585f0f" providerId="ADAL" clId="{CFE715F6-BFB0-4EE6-9EA5-72C5D9C0C688}" dt="2024-12-12T04:41:48.167" v="281" actId="478"/>
          <ac:picMkLst>
            <pc:docMk/>
            <pc:sldMk cId="1022546901" sldId="353"/>
            <ac:picMk id="4" creationId="{D7BF88EF-7321-70E8-3343-0331111C9739}"/>
          </ac:picMkLst>
        </pc:picChg>
        <pc:picChg chg="add mod">
          <ac:chgData name="GENESIS ISABEL CALAPAQUI PORTILLA" userId="5cf9098d-9cef-4576-a344-6111a9585f0f" providerId="ADAL" clId="{CFE715F6-BFB0-4EE6-9EA5-72C5D9C0C688}" dt="2024-12-12T04:41:52.140" v="284" actId="1076"/>
          <ac:picMkLst>
            <pc:docMk/>
            <pc:sldMk cId="1022546901" sldId="353"/>
            <ac:picMk id="6" creationId="{5B025461-8791-CCB0-BBBE-C6D1AD4FFD1C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4:53.067" v="310" actId="1076"/>
        <pc:sldMkLst>
          <pc:docMk/>
          <pc:sldMk cId="1460837190" sldId="354"/>
        </pc:sldMkLst>
        <pc:picChg chg="del">
          <ac:chgData name="GENESIS ISABEL CALAPAQUI PORTILLA" userId="5cf9098d-9cef-4576-a344-6111a9585f0f" providerId="ADAL" clId="{CFE715F6-BFB0-4EE6-9EA5-72C5D9C0C688}" dt="2024-12-12T04:44:46.764" v="306" actId="478"/>
          <ac:picMkLst>
            <pc:docMk/>
            <pc:sldMk cId="1460837190" sldId="354"/>
            <ac:picMk id="4" creationId="{C7AD6384-B668-BEA6-E735-7C928DC0A1B6}"/>
          </ac:picMkLst>
        </pc:picChg>
        <pc:picChg chg="add mod">
          <ac:chgData name="GENESIS ISABEL CALAPAQUI PORTILLA" userId="5cf9098d-9cef-4576-a344-6111a9585f0f" providerId="ADAL" clId="{CFE715F6-BFB0-4EE6-9EA5-72C5D9C0C688}" dt="2024-12-12T04:44:53.067" v="310" actId="1076"/>
          <ac:picMkLst>
            <pc:docMk/>
            <pc:sldMk cId="1460837190" sldId="354"/>
            <ac:picMk id="7" creationId="{816BCDD1-405F-DD6D-6ADF-D9A872BBF9AB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4:02.619" v="305" actId="20577"/>
        <pc:sldMkLst>
          <pc:docMk/>
          <pc:sldMk cId="96770226" sldId="358"/>
        </pc:sldMkLst>
        <pc:spChg chg="mod">
          <ac:chgData name="GENESIS ISABEL CALAPAQUI PORTILLA" userId="5cf9098d-9cef-4576-a344-6111a9585f0f" providerId="ADAL" clId="{CFE715F6-BFB0-4EE6-9EA5-72C5D9C0C688}" dt="2024-12-12T04:44:02.619" v="305" actId="20577"/>
          <ac:spMkLst>
            <pc:docMk/>
            <pc:sldMk cId="96770226" sldId="358"/>
            <ac:spMk id="3" creationId="{93B8F572-C439-414C-90FA-BE3C081E9B98}"/>
          </ac:spMkLst>
        </pc:spChg>
        <pc:picChg chg="del">
          <ac:chgData name="GENESIS ISABEL CALAPAQUI PORTILLA" userId="5cf9098d-9cef-4576-a344-6111a9585f0f" providerId="ADAL" clId="{CFE715F6-BFB0-4EE6-9EA5-72C5D9C0C688}" dt="2024-12-12T04:43:40.087" v="285" actId="478"/>
          <ac:picMkLst>
            <pc:docMk/>
            <pc:sldMk cId="96770226" sldId="358"/>
            <ac:picMk id="4" creationId="{0DDFCDAF-B6AA-8369-27C9-2DC8AC3B9863}"/>
          </ac:picMkLst>
        </pc:picChg>
        <pc:picChg chg="add mod">
          <ac:chgData name="GENESIS ISABEL CALAPAQUI PORTILLA" userId="5cf9098d-9cef-4576-a344-6111a9585f0f" providerId="ADAL" clId="{CFE715F6-BFB0-4EE6-9EA5-72C5D9C0C688}" dt="2024-12-12T04:43:47.292" v="289" actId="1076"/>
          <ac:picMkLst>
            <pc:docMk/>
            <pc:sldMk cId="96770226" sldId="358"/>
            <ac:picMk id="6" creationId="{339E3744-6A5C-9024-FCED-33BFAAC83CDD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6:07.843" v="361" actId="1076"/>
        <pc:sldMkLst>
          <pc:docMk/>
          <pc:sldMk cId="141034882" sldId="360"/>
        </pc:sldMkLst>
        <pc:spChg chg="mod">
          <ac:chgData name="GENESIS ISABEL CALAPAQUI PORTILLA" userId="5cf9098d-9cef-4576-a344-6111a9585f0f" providerId="ADAL" clId="{CFE715F6-BFB0-4EE6-9EA5-72C5D9C0C688}" dt="2024-12-12T04:46:02.667" v="360" actId="20577"/>
          <ac:spMkLst>
            <pc:docMk/>
            <pc:sldMk cId="141034882" sldId="360"/>
            <ac:spMk id="3" creationId="{93B8F572-C439-414C-90FA-BE3C081E9B98}"/>
          </ac:spMkLst>
        </pc:spChg>
        <pc:picChg chg="del">
          <ac:chgData name="GENESIS ISABEL CALAPAQUI PORTILLA" userId="5cf9098d-9cef-4576-a344-6111a9585f0f" providerId="ADAL" clId="{CFE715F6-BFB0-4EE6-9EA5-72C5D9C0C688}" dt="2024-12-12T04:45:00.080" v="311" actId="478"/>
          <ac:picMkLst>
            <pc:docMk/>
            <pc:sldMk cId="141034882" sldId="360"/>
            <ac:picMk id="4" creationId="{5EE640BA-CF1E-8C56-CE0A-9AD2837EB3F2}"/>
          </ac:picMkLst>
        </pc:picChg>
        <pc:picChg chg="add mod">
          <ac:chgData name="GENESIS ISABEL CALAPAQUI PORTILLA" userId="5cf9098d-9cef-4576-a344-6111a9585f0f" providerId="ADAL" clId="{CFE715F6-BFB0-4EE6-9EA5-72C5D9C0C688}" dt="2024-12-12T04:46:07.843" v="361" actId="1076"/>
          <ac:picMkLst>
            <pc:docMk/>
            <pc:sldMk cId="141034882" sldId="360"/>
            <ac:picMk id="6" creationId="{9E870187-7E7F-1F1F-3F0F-A30A455CFFDA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6:53.308" v="376" actId="1076"/>
        <pc:sldMkLst>
          <pc:docMk/>
          <pc:sldMk cId="2563100257" sldId="362"/>
        </pc:sldMkLst>
        <pc:spChg chg="mod">
          <ac:chgData name="GENESIS ISABEL CALAPAQUI PORTILLA" userId="5cf9098d-9cef-4576-a344-6111a9585f0f" providerId="ADAL" clId="{CFE715F6-BFB0-4EE6-9EA5-72C5D9C0C688}" dt="2024-12-12T04:46:33.747" v="368" actId="1076"/>
          <ac:spMkLst>
            <pc:docMk/>
            <pc:sldMk cId="2563100257" sldId="362"/>
            <ac:spMk id="3" creationId="{93B8F572-C439-414C-90FA-BE3C081E9B98}"/>
          </ac:spMkLst>
        </pc:spChg>
        <pc:picChg chg="del">
          <ac:chgData name="GENESIS ISABEL CALAPAQUI PORTILLA" userId="5cf9098d-9cef-4576-a344-6111a9585f0f" providerId="ADAL" clId="{CFE715F6-BFB0-4EE6-9EA5-72C5D9C0C688}" dt="2024-12-12T04:46:19.290" v="362" actId="478"/>
          <ac:picMkLst>
            <pc:docMk/>
            <pc:sldMk cId="2563100257" sldId="362"/>
            <ac:picMk id="4" creationId="{091C8624-56B4-1D6D-94C0-133A3DD464D9}"/>
          </ac:picMkLst>
        </pc:picChg>
        <pc:picChg chg="add del mod">
          <ac:chgData name="GENESIS ISABEL CALAPAQUI PORTILLA" userId="5cf9098d-9cef-4576-a344-6111a9585f0f" providerId="ADAL" clId="{CFE715F6-BFB0-4EE6-9EA5-72C5D9C0C688}" dt="2024-12-12T04:46:47.642" v="372" actId="478"/>
          <ac:picMkLst>
            <pc:docMk/>
            <pc:sldMk cId="2563100257" sldId="362"/>
            <ac:picMk id="6" creationId="{57E07D2B-50D0-7581-B419-ED574CEB4382}"/>
          </ac:picMkLst>
        </pc:picChg>
        <pc:picChg chg="add mod">
          <ac:chgData name="GENESIS ISABEL CALAPAQUI PORTILLA" userId="5cf9098d-9cef-4576-a344-6111a9585f0f" providerId="ADAL" clId="{CFE715F6-BFB0-4EE6-9EA5-72C5D9C0C688}" dt="2024-12-12T04:46:53.308" v="376" actId="1076"/>
          <ac:picMkLst>
            <pc:docMk/>
            <pc:sldMk cId="2563100257" sldId="362"/>
            <ac:picMk id="7" creationId="{9DB00FFE-6F0C-67CB-C9AC-5192028D755A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7:30.691" v="387" actId="1076"/>
        <pc:sldMkLst>
          <pc:docMk/>
          <pc:sldMk cId="4057489758" sldId="363"/>
        </pc:sldMkLst>
        <pc:spChg chg="mod">
          <ac:chgData name="GENESIS ISABEL CALAPAQUI PORTILLA" userId="5cf9098d-9cef-4576-a344-6111a9585f0f" providerId="ADAL" clId="{CFE715F6-BFB0-4EE6-9EA5-72C5D9C0C688}" dt="2024-12-12T04:47:27.765" v="386" actId="20577"/>
          <ac:spMkLst>
            <pc:docMk/>
            <pc:sldMk cId="4057489758" sldId="363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CFE715F6-BFB0-4EE6-9EA5-72C5D9C0C688}" dt="2024-12-12T04:47:30.691" v="387" actId="1076"/>
          <ac:picMkLst>
            <pc:docMk/>
            <pc:sldMk cId="4057489758" sldId="363"/>
            <ac:picMk id="4" creationId="{F5EF8509-6D81-1C8B-5E8F-523D8AA508CC}"/>
          </ac:picMkLst>
        </pc:picChg>
        <pc:picChg chg="del">
          <ac:chgData name="GENESIS ISABEL CALAPAQUI PORTILLA" userId="5cf9098d-9cef-4576-a344-6111a9585f0f" providerId="ADAL" clId="{CFE715F6-BFB0-4EE6-9EA5-72C5D9C0C688}" dt="2024-12-12T04:47:06.913" v="377" actId="478"/>
          <ac:picMkLst>
            <pc:docMk/>
            <pc:sldMk cId="4057489758" sldId="363"/>
            <ac:picMk id="7" creationId="{A183F680-396B-6477-6F39-711B12F4530C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7:46.843" v="393" actId="1076"/>
        <pc:sldMkLst>
          <pc:docMk/>
          <pc:sldMk cId="2202720890" sldId="364"/>
        </pc:sldMkLst>
        <pc:picChg chg="del">
          <ac:chgData name="GENESIS ISABEL CALAPAQUI PORTILLA" userId="5cf9098d-9cef-4576-a344-6111a9585f0f" providerId="ADAL" clId="{CFE715F6-BFB0-4EE6-9EA5-72C5D9C0C688}" dt="2024-12-12T04:47:41.366" v="388" actId="478"/>
          <ac:picMkLst>
            <pc:docMk/>
            <pc:sldMk cId="2202720890" sldId="364"/>
            <ac:picMk id="4" creationId="{C7EFEC99-33D4-E882-E979-35AB6AB5D646}"/>
          </ac:picMkLst>
        </pc:picChg>
        <pc:picChg chg="add mod">
          <ac:chgData name="GENESIS ISABEL CALAPAQUI PORTILLA" userId="5cf9098d-9cef-4576-a344-6111a9585f0f" providerId="ADAL" clId="{CFE715F6-BFB0-4EE6-9EA5-72C5D9C0C688}" dt="2024-12-12T04:47:46.843" v="393" actId="1076"/>
          <ac:picMkLst>
            <pc:docMk/>
            <pc:sldMk cId="2202720890" sldId="364"/>
            <ac:picMk id="6" creationId="{48D09B7D-85B8-6051-7E6D-579C6D9A5A05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9:16.876" v="440" actId="1076"/>
        <pc:sldMkLst>
          <pc:docMk/>
          <pc:sldMk cId="1493150460" sldId="365"/>
        </pc:sldMkLst>
        <pc:spChg chg="mod">
          <ac:chgData name="GENESIS ISABEL CALAPAQUI PORTILLA" userId="5cf9098d-9cef-4576-a344-6111a9585f0f" providerId="ADAL" clId="{CFE715F6-BFB0-4EE6-9EA5-72C5D9C0C688}" dt="2024-12-12T04:49:11.025" v="436" actId="20577"/>
          <ac:spMkLst>
            <pc:docMk/>
            <pc:sldMk cId="1493150460" sldId="365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CFE715F6-BFB0-4EE6-9EA5-72C5D9C0C688}" dt="2024-12-12T04:49:16.876" v="440" actId="1076"/>
          <ac:picMkLst>
            <pc:docMk/>
            <pc:sldMk cId="1493150460" sldId="365"/>
            <ac:picMk id="4" creationId="{073F4C06-CA18-9D5F-042A-A6CA86281BFC}"/>
          </ac:picMkLst>
        </pc:picChg>
        <pc:picChg chg="del">
          <ac:chgData name="GENESIS ISABEL CALAPAQUI PORTILLA" userId="5cf9098d-9cef-4576-a344-6111a9585f0f" providerId="ADAL" clId="{CFE715F6-BFB0-4EE6-9EA5-72C5D9C0C688}" dt="2024-12-12T04:48:45.446" v="394" actId="478"/>
          <ac:picMkLst>
            <pc:docMk/>
            <pc:sldMk cId="1493150460" sldId="365"/>
            <ac:picMk id="6" creationId="{2FE70785-018D-3C6C-83F1-17938E6A4A16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49:51.242" v="463" actId="1076"/>
        <pc:sldMkLst>
          <pc:docMk/>
          <pc:sldMk cId="921519402" sldId="366"/>
        </pc:sldMkLst>
        <pc:spChg chg="mod">
          <ac:chgData name="GENESIS ISABEL CALAPAQUI PORTILLA" userId="5cf9098d-9cef-4576-a344-6111a9585f0f" providerId="ADAL" clId="{CFE715F6-BFB0-4EE6-9EA5-72C5D9C0C688}" dt="2024-12-12T04:49:41.591" v="456" actId="20577"/>
          <ac:spMkLst>
            <pc:docMk/>
            <pc:sldMk cId="921519402" sldId="366"/>
            <ac:spMk id="3" creationId="{93B8F572-C439-414C-90FA-BE3C081E9B98}"/>
          </ac:spMkLst>
        </pc:spChg>
        <pc:picChg chg="del">
          <ac:chgData name="GENESIS ISABEL CALAPAQUI PORTILLA" userId="5cf9098d-9cef-4576-a344-6111a9585f0f" providerId="ADAL" clId="{CFE715F6-BFB0-4EE6-9EA5-72C5D9C0C688}" dt="2024-12-12T04:49:44.375" v="457" actId="478"/>
          <ac:picMkLst>
            <pc:docMk/>
            <pc:sldMk cId="921519402" sldId="366"/>
            <ac:picMk id="4" creationId="{78D042CE-8FDF-831E-0982-91F7E58D82AD}"/>
          </ac:picMkLst>
        </pc:picChg>
        <pc:picChg chg="add mod">
          <ac:chgData name="GENESIS ISABEL CALAPAQUI PORTILLA" userId="5cf9098d-9cef-4576-a344-6111a9585f0f" providerId="ADAL" clId="{CFE715F6-BFB0-4EE6-9EA5-72C5D9C0C688}" dt="2024-12-12T04:49:51.242" v="463" actId="1076"/>
          <ac:picMkLst>
            <pc:docMk/>
            <pc:sldMk cId="921519402" sldId="366"/>
            <ac:picMk id="6" creationId="{14C17599-597E-AEEF-DE09-0BA4644776A9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50:23.316" v="464" actId="313"/>
        <pc:sldMkLst>
          <pc:docMk/>
          <pc:sldMk cId="2132145110" sldId="369"/>
        </pc:sldMkLst>
        <pc:spChg chg="mod">
          <ac:chgData name="GENESIS ISABEL CALAPAQUI PORTILLA" userId="5cf9098d-9cef-4576-a344-6111a9585f0f" providerId="ADAL" clId="{CFE715F6-BFB0-4EE6-9EA5-72C5D9C0C688}" dt="2024-12-12T04:50:23.316" v="464" actId="313"/>
          <ac:spMkLst>
            <pc:docMk/>
            <pc:sldMk cId="2132145110" sldId="369"/>
            <ac:spMk id="3" creationId="{93B8F572-C439-414C-90FA-BE3C081E9B98}"/>
          </ac:spMkLst>
        </pc:spChg>
      </pc:sldChg>
      <pc:sldChg chg="addSp delSp modSp mod">
        <pc:chgData name="GENESIS ISABEL CALAPAQUI PORTILLA" userId="5cf9098d-9cef-4576-a344-6111a9585f0f" providerId="ADAL" clId="{CFE715F6-BFB0-4EE6-9EA5-72C5D9C0C688}" dt="2024-12-12T04:50:51.188" v="470" actId="1076"/>
        <pc:sldMkLst>
          <pc:docMk/>
          <pc:sldMk cId="3022903355" sldId="370"/>
        </pc:sldMkLst>
        <pc:spChg chg="mod">
          <ac:chgData name="GENESIS ISABEL CALAPAQUI PORTILLA" userId="5cf9098d-9cef-4576-a344-6111a9585f0f" providerId="ADAL" clId="{CFE715F6-BFB0-4EE6-9EA5-72C5D9C0C688}" dt="2024-12-12T04:50:41.136" v="465"/>
          <ac:spMkLst>
            <pc:docMk/>
            <pc:sldMk cId="3022903355" sldId="370"/>
            <ac:spMk id="3" creationId="{93B8F572-C439-414C-90FA-BE3C081E9B98}"/>
          </ac:spMkLst>
        </pc:spChg>
        <pc:picChg chg="del">
          <ac:chgData name="GENESIS ISABEL CALAPAQUI PORTILLA" userId="5cf9098d-9cef-4576-a344-6111a9585f0f" providerId="ADAL" clId="{CFE715F6-BFB0-4EE6-9EA5-72C5D9C0C688}" dt="2024-12-12T04:50:45.986" v="466" actId="478"/>
          <ac:picMkLst>
            <pc:docMk/>
            <pc:sldMk cId="3022903355" sldId="370"/>
            <ac:picMk id="4" creationId="{E172D86E-E31A-E33D-E13E-3AC72A3297BC}"/>
          </ac:picMkLst>
        </pc:picChg>
        <pc:picChg chg="add mod">
          <ac:chgData name="GENESIS ISABEL CALAPAQUI PORTILLA" userId="5cf9098d-9cef-4576-a344-6111a9585f0f" providerId="ADAL" clId="{CFE715F6-BFB0-4EE6-9EA5-72C5D9C0C688}" dt="2024-12-12T04:50:51.188" v="470" actId="1076"/>
          <ac:picMkLst>
            <pc:docMk/>
            <pc:sldMk cId="3022903355" sldId="370"/>
            <ac:picMk id="6" creationId="{62C3684E-29CB-2CC3-54E1-B278B04EEF4F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51:13.371" v="477" actId="1076"/>
        <pc:sldMkLst>
          <pc:docMk/>
          <pc:sldMk cId="2320291172" sldId="371"/>
        </pc:sldMkLst>
        <pc:spChg chg="mod">
          <ac:chgData name="GENESIS ISABEL CALAPAQUI PORTILLA" userId="5cf9098d-9cef-4576-a344-6111a9585f0f" providerId="ADAL" clId="{CFE715F6-BFB0-4EE6-9EA5-72C5D9C0C688}" dt="2024-12-12T04:51:12.204" v="476" actId="14100"/>
          <ac:spMkLst>
            <pc:docMk/>
            <pc:sldMk cId="2320291172" sldId="371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CFE715F6-BFB0-4EE6-9EA5-72C5D9C0C688}" dt="2024-12-12T04:51:13.371" v="477" actId="1076"/>
          <ac:picMkLst>
            <pc:docMk/>
            <pc:sldMk cId="2320291172" sldId="371"/>
            <ac:picMk id="4" creationId="{3BE7B966-B837-DD74-D732-A1236B404D35}"/>
          </ac:picMkLst>
        </pc:picChg>
        <pc:picChg chg="del">
          <ac:chgData name="GENESIS ISABEL CALAPAQUI PORTILLA" userId="5cf9098d-9cef-4576-a344-6111a9585f0f" providerId="ADAL" clId="{CFE715F6-BFB0-4EE6-9EA5-72C5D9C0C688}" dt="2024-12-12T04:51:03.595" v="471" actId="478"/>
          <ac:picMkLst>
            <pc:docMk/>
            <pc:sldMk cId="2320291172" sldId="371"/>
            <ac:picMk id="6" creationId="{1AAFE5E6-6545-1E72-D46F-13954A324E9F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51:41.627" v="501" actId="20577"/>
        <pc:sldMkLst>
          <pc:docMk/>
          <pc:sldMk cId="73835740" sldId="373"/>
        </pc:sldMkLst>
        <pc:spChg chg="mod">
          <ac:chgData name="GENESIS ISABEL CALAPAQUI PORTILLA" userId="5cf9098d-9cef-4576-a344-6111a9585f0f" providerId="ADAL" clId="{CFE715F6-BFB0-4EE6-9EA5-72C5D9C0C688}" dt="2024-12-12T04:51:41.627" v="501" actId="20577"/>
          <ac:spMkLst>
            <pc:docMk/>
            <pc:sldMk cId="73835740" sldId="373"/>
            <ac:spMk id="3" creationId="{93B8F572-C439-414C-90FA-BE3C081E9B98}"/>
          </ac:spMkLst>
        </pc:spChg>
        <pc:picChg chg="del">
          <ac:chgData name="GENESIS ISABEL CALAPAQUI PORTILLA" userId="5cf9098d-9cef-4576-a344-6111a9585f0f" providerId="ADAL" clId="{CFE715F6-BFB0-4EE6-9EA5-72C5D9C0C688}" dt="2024-12-12T04:51:27.069" v="478" actId="478"/>
          <ac:picMkLst>
            <pc:docMk/>
            <pc:sldMk cId="73835740" sldId="373"/>
            <ac:picMk id="4" creationId="{E050ED35-0C78-D595-5633-D68030CFD9FE}"/>
          </ac:picMkLst>
        </pc:picChg>
        <pc:picChg chg="add mod">
          <ac:chgData name="GENESIS ISABEL CALAPAQUI PORTILLA" userId="5cf9098d-9cef-4576-a344-6111a9585f0f" providerId="ADAL" clId="{CFE715F6-BFB0-4EE6-9EA5-72C5D9C0C688}" dt="2024-12-12T04:51:31.011" v="481" actId="14100"/>
          <ac:picMkLst>
            <pc:docMk/>
            <pc:sldMk cId="73835740" sldId="373"/>
            <ac:picMk id="6" creationId="{FD4D7019-48ED-9AF3-52F4-E4AFA080AA65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52:16.386" v="520" actId="1076"/>
        <pc:sldMkLst>
          <pc:docMk/>
          <pc:sldMk cId="1654440788" sldId="374"/>
        </pc:sldMkLst>
        <pc:spChg chg="mod">
          <ac:chgData name="GENESIS ISABEL CALAPAQUI PORTILLA" userId="5cf9098d-9cef-4576-a344-6111a9585f0f" providerId="ADAL" clId="{CFE715F6-BFB0-4EE6-9EA5-72C5D9C0C688}" dt="2024-12-12T04:52:11.970" v="517" actId="1076"/>
          <ac:spMkLst>
            <pc:docMk/>
            <pc:sldMk cId="1654440788" sldId="374"/>
            <ac:spMk id="10" creationId="{820EA554-3B9D-3E5E-6E11-E83E6E221EAB}"/>
          </ac:spMkLst>
        </pc:spChg>
        <pc:picChg chg="add mod">
          <ac:chgData name="GENESIS ISABEL CALAPAQUI PORTILLA" userId="5cf9098d-9cef-4576-a344-6111a9585f0f" providerId="ADAL" clId="{CFE715F6-BFB0-4EE6-9EA5-72C5D9C0C688}" dt="2024-12-12T04:52:16.386" v="520" actId="1076"/>
          <ac:picMkLst>
            <pc:docMk/>
            <pc:sldMk cId="1654440788" sldId="374"/>
            <ac:picMk id="3" creationId="{D67E8BF0-A916-4CCF-A37A-D9A47FAE02F8}"/>
          </ac:picMkLst>
        </pc:picChg>
        <pc:picChg chg="del">
          <ac:chgData name="GENESIS ISABEL CALAPAQUI PORTILLA" userId="5cf9098d-9cef-4576-a344-6111a9585f0f" providerId="ADAL" clId="{CFE715F6-BFB0-4EE6-9EA5-72C5D9C0C688}" dt="2024-12-12T04:51:52.797" v="502" actId="478"/>
          <ac:picMkLst>
            <pc:docMk/>
            <pc:sldMk cId="1654440788" sldId="374"/>
            <ac:picMk id="7" creationId="{C3EC6FA3-244F-ECE5-DF4B-743F78F5AA08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53:15.192" v="561"/>
        <pc:sldMkLst>
          <pc:docMk/>
          <pc:sldMk cId="2643962170" sldId="375"/>
        </pc:sldMkLst>
        <pc:spChg chg="mod">
          <ac:chgData name="GENESIS ISABEL CALAPAQUI PORTILLA" userId="5cf9098d-9cef-4576-a344-6111a9585f0f" providerId="ADAL" clId="{CFE715F6-BFB0-4EE6-9EA5-72C5D9C0C688}" dt="2024-12-12T04:52:54.191" v="556" actId="20577"/>
          <ac:spMkLst>
            <pc:docMk/>
            <pc:sldMk cId="2643962170" sldId="375"/>
            <ac:spMk id="4" creationId="{1CC3656A-848C-00F7-F76B-28A81CEDDBF7}"/>
          </ac:spMkLst>
        </pc:spChg>
        <pc:picChg chg="del">
          <ac:chgData name="GENESIS ISABEL CALAPAQUI PORTILLA" userId="5cf9098d-9cef-4576-a344-6111a9585f0f" providerId="ADAL" clId="{CFE715F6-BFB0-4EE6-9EA5-72C5D9C0C688}" dt="2024-12-12T04:52:27.094" v="521" actId="478"/>
          <ac:picMkLst>
            <pc:docMk/>
            <pc:sldMk cId="2643962170" sldId="375"/>
            <ac:picMk id="3" creationId="{75C2DE08-9685-03D8-A083-694E935E3C57}"/>
          </ac:picMkLst>
        </pc:picChg>
        <pc:picChg chg="add mod">
          <ac:chgData name="GENESIS ISABEL CALAPAQUI PORTILLA" userId="5cf9098d-9cef-4576-a344-6111a9585f0f" providerId="ADAL" clId="{CFE715F6-BFB0-4EE6-9EA5-72C5D9C0C688}" dt="2024-12-12T04:53:02.308" v="560" actId="1076"/>
          <ac:picMkLst>
            <pc:docMk/>
            <pc:sldMk cId="2643962170" sldId="375"/>
            <ac:picMk id="6" creationId="{B4E5F142-4248-33FC-4A2D-D242F09F9309}"/>
          </ac:picMkLst>
        </pc:picChg>
        <pc:picChg chg="add mod">
          <ac:chgData name="GENESIS ISABEL CALAPAQUI PORTILLA" userId="5cf9098d-9cef-4576-a344-6111a9585f0f" providerId="ADAL" clId="{CFE715F6-BFB0-4EE6-9EA5-72C5D9C0C688}" dt="2024-12-12T04:53:15.192" v="561"/>
          <ac:picMkLst>
            <pc:docMk/>
            <pc:sldMk cId="2643962170" sldId="375"/>
            <ac:picMk id="7" creationId="{0301E9AF-1CBA-79C9-51F3-7BF9FA831E0A}"/>
          </ac:picMkLst>
        </pc:picChg>
      </pc:sldChg>
      <pc:sldChg chg="addSp delSp modSp add del mod">
        <pc:chgData name="GENESIS ISABEL CALAPAQUI PORTILLA" userId="5cf9098d-9cef-4576-a344-6111a9585f0f" providerId="ADAL" clId="{CFE715F6-BFB0-4EE6-9EA5-72C5D9C0C688}" dt="2024-12-12T04:55:12.221" v="620" actId="1076"/>
        <pc:sldMkLst>
          <pc:docMk/>
          <pc:sldMk cId="1259117045" sldId="376"/>
        </pc:sldMkLst>
        <pc:spChg chg="mod">
          <ac:chgData name="GENESIS ISABEL CALAPAQUI PORTILLA" userId="5cf9098d-9cef-4576-a344-6111a9585f0f" providerId="ADAL" clId="{CFE715F6-BFB0-4EE6-9EA5-72C5D9C0C688}" dt="2024-12-12T04:55:02.667" v="616" actId="20577"/>
          <ac:spMkLst>
            <pc:docMk/>
            <pc:sldMk cId="1259117045" sldId="376"/>
            <ac:spMk id="6" creationId="{DFC62E4C-3FB6-9505-6778-07DB69A943C1}"/>
          </ac:spMkLst>
        </pc:spChg>
        <pc:picChg chg="add mod">
          <ac:chgData name="GENESIS ISABEL CALAPAQUI PORTILLA" userId="5cf9098d-9cef-4576-a344-6111a9585f0f" providerId="ADAL" clId="{CFE715F6-BFB0-4EE6-9EA5-72C5D9C0C688}" dt="2024-12-12T04:55:12.221" v="620" actId="1076"/>
          <ac:picMkLst>
            <pc:docMk/>
            <pc:sldMk cId="1259117045" sldId="376"/>
            <ac:picMk id="3" creationId="{33AB4002-505B-A123-B54C-1683F44587BC}"/>
          </ac:picMkLst>
        </pc:picChg>
        <pc:picChg chg="del">
          <ac:chgData name="GENESIS ISABEL CALAPAQUI PORTILLA" userId="5cf9098d-9cef-4576-a344-6111a9585f0f" providerId="ADAL" clId="{CFE715F6-BFB0-4EE6-9EA5-72C5D9C0C688}" dt="2024-12-12T04:52:31.858" v="524" actId="478"/>
          <ac:picMkLst>
            <pc:docMk/>
            <pc:sldMk cId="1259117045" sldId="376"/>
            <ac:picMk id="4" creationId="{C3972317-612D-230D-FB2A-72C6E8CC5340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57:27.651" v="724" actId="20577"/>
        <pc:sldMkLst>
          <pc:docMk/>
          <pc:sldMk cId="504871624" sldId="377"/>
        </pc:sldMkLst>
        <pc:spChg chg="mod">
          <ac:chgData name="GENESIS ISABEL CALAPAQUI PORTILLA" userId="5cf9098d-9cef-4576-a344-6111a9585f0f" providerId="ADAL" clId="{CFE715F6-BFB0-4EE6-9EA5-72C5D9C0C688}" dt="2024-12-12T04:57:27.651" v="724" actId="20577"/>
          <ac:spMkLst>
            <pc:docMk/>
            <pc:sldMk cId="504871624" sldId="377"/>
            <ac:spMk id="6" creationId="{559BE94F-2D0C-0AD9-F01E-B29BFE134216}"/>
          </ac:spMkLst>
        </pc:spChg>
        <pc:picChg chg="add mod">
          <ac:chgData name="GENESIS ISABEL CALAPAQUI PORTILLA" userId="5cf9098d-9cef-4576-a344-6111a9585f0f" providerId="ADAL" clId="{CFE715F6-BFB0-4EE6-9EA5-72C5D9C0C688}" dt="2024-12-12T04:57:23.499" v="721" actId="1076"/>
          <ac:picMkLst>
            <pc:docMk/>
            <pc:sldMk cId="504871624" sldId="377"/>
            <ac:picMk id="3" creationId="{EE0DB3B4-4A6B-2558-4691-5D16461F081E}"/>
          </ac:picMkLst>
        </pc:picChg>
        <pc:picChg chg="del">
          <ac:chgData name="GENESIS ISABEL CALAPAQUI PORTILLA" userId="5cf9098d-9cef-4576-a344-6111a9585f0f" providerId="ADAL" clId="{CFE715F6-BFB0-4EE6-9EA5-72C5D9C0C688}" dt="2024-12-12T04:57:19.234" v="717" actId="478"/>
          <ac:picMkLst>
            <pc:docMk/>
            <pc:sldMk cId="504871624" sldId="377"/>
            <ac:picMk id="7" creationId="{E0E7FC97-78D0-42C9-9E87-1311D7B7599D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58:01.002" v="746" actId="1076"/>
        <pc:sldMkLst>
          <pc:docMk/>
          <pc:sldMk cId="1598552259" sldId="378"/>
        </pc:sldMkLst>
        <pc:spChg chg="mod">
          <ac:chgData name="GENESIS ISABEL CALAPAQUI PORTILLA" userId="5cf9098d-9cef-4576-a344-6111a9585f0f" providerId="ADAL" clId="{CFE715F6-BFB0-4EE6-9EA5-72C5D9C0C688}" dt="2024-12-12T04:57:56.086" v="743" actId="20577"/>
          <ac:spMkLst>
            <pc:docMk/>
            <pc:sldMk cId="1598552259" sldId="378"/>
            <ac:spMk id="6" creationId="{559BE94F-2D0C-0AD9-F01E-B29BFE134216}"/>
          </ac:spMkLst>
        </pc:spChg>
        <pc:picChg chg="add mod">
          <ac:chgData name="GENESIS ISABEL CALAPAQUI PORTILLA" userId="5cf9098d-9cef-4576-a344-6111a9585f0f" providerId="ADAL" clId="{CFE715F6-BFB0-4EE6-9EA5-72C5D9C0C688}" dt="2024-12-12T04:58:01.002" v="746" actId="1076"/>
          <ac:picMkLst>
            <pc:docMk/>
            <pc:sldMk cId="1598552259" sldId="378"/>
            <ac:picMk id="3" creationId="{38B0A270-41CB-4D23-E1F4-8293BE9905C2}"/>
          </ac:picMkLst>
        </pc:picChg>
        <pc:picChg chg="del">
          <ac:chgData name="GENESIS ISABEL CALAPAQUI PORTILLA" userId="5cf9098d-9cef-4576-a344-6111a9585f0f" providerId="ADAL" clId="{CFE715F6-BFB0-4EE6-9EA5-72C5D9C0C688}" dt="2024-12-12T04:57:39.890" v="728" actId="478"/>
          <ac:picMkLst>
            <pc:docMk/>
            <pc:sldMk cId="1598552259" sldId="378"/>
            <ac:picMk id="9" creationId="{6160F8B6-3C17-4400-AFAD-DA69C3327F7E}"/>
          </ac:picMkLst>
        </pc:picChg>
      </pc:sldChg>
      <pc:sldChg chg="addSp delSp modSp mod">
        <pc:chgData name="GENESIS ISABEL CALAPAQUI PORTILLA" userId="5cf9098d-9cef-4576-a344-6111a9585f0f" providerId="ADAL" clId="{CFE715F6-BFB0-4EE6-9EA5-72C5D9C0C688}" dt="2024-12-12T04:58:32.514" v="769" actId="1076"/>
        <pc:sldMkLst>
          <pc:docMk/>
          <pc:sldMk cId="1078029638" sldId="379"/>
        </pc:sldMkLst>
        <pc:spChg chg="mod">
          <ac:chgData name="GENESIS ISABEL CALAPAQUI PORTILLA" userId="5cf9098d-9cef-4576-a344-6111a9585f0f" providerId="ADAL" clId="{CFE715F6-BFB0-4EE6-9EA5-72C5D9C0C688}" dt="2024-12-12T04:58:29.645" v="768" actId="20577"/>
          <ac:spMkLst>
            <pc:docMk/>
            <pc:sldMk cId="1078029638" sldId="379"/>
            <ac:spMk id="6" creationId="{559BE94F-2D0C-0AD9-F01E-B29BFE134216}"/>
          </ac:spMkLst>
        </pc:spChg>
        <pc:picChg chg="add mod">
          <ac:chgData name="GENESIS ISABEL CALAPAQUI PORTILLA" userId="5cf9098d-9cef-4576-a344-6111a9585f0f" providerId="ADAL" clId="{CFE715F6-BFB0-4EE6-9EA5-72C5D9C0C688}" dt="2024-12-12T04:58:32.514" v="769" actId="1076"/>
          <ac:picMkLst>
            <pc:docMk/>
            <pc:sldMk cId="1078029638" sldId="379"/>
            <ac:picMk id="3" creationId="{E19DE21D-8D68-671B-522B-32ABD584C43B}"/>
          </ac:picMkLst>
        </pc:picChg>
        <pc:picChg chg="del">
          <ac:chgData name="GENESIS ISABEL CALAPAQUI PORTILLA" userId="5cf9098d-9cef-4576-a344-6111a9585f0f" providerId="ADAL" clId="{CFE715F6-BFB0-4EE6-9EA5-72C5D9C0C688}" dt="2024-12-12T04:58:14.357" v="747" actId="478"/>
          <ac:picMkLst>
            <pc:docMk/>
            <pc:sldMk cId="1078029638" sldId="379"/>
            <ac:picMk id="7" creationId="{0C6BB135-8089-4B0B-82FA-CBC9BD10D84F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7:45.260" v="225" actId="1440"/>
        <pc:sldMkLst>
          <pc:docMk/>
          <pc:sldMk cId="996485114" sldId="390"/>
        </pc:sldMkLst>
        <pc:picChg chg="mod">
          <ac:chgData name="GENESIS ISABEL CALAPAQUI PORTILLA" userId="5cf9098d-9cef-4576-a344-6111a9585f0f" providerId="ADAL" clId="{CFE715F6-BFB0-4EE6-9EA5-72C5D9C0C688}" dt="2024-12-12T04:37:45.260" v="225" actId="1440"/>
          <ac:picMkLst>
            <pc:docMk/>
            <pc:sldMk cId="996485114" sldId="390"/>
            <ac:picMk id="6" creationId="{B52F5983-C77B-11DC-85D4-E6A14575A7E9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7:50.035" v="226" actId="1440"/>
        <pc:sldMkLst>
          <pc:docMk/>
          <pc:sldMk cId="2665425969" sldId="391"/>
        </pc:sldMkLst>
        <pc:picChg chg="mod">
          <ac:chgData name="GENESIS ISABEL CALAPAQUI PORTILLA" userId="5cf9098d-9cef-4576-a344-6111a9585f0f" providerId="ADAL" clId="{CFE715F6-BFB0-4EE6-9EA5-72C5D9C0C688}" dt="2024-12-12T04:37:50.035" v="226" actId="1440"/>
          <ac:picMkLst>
            <pc:docMk/>
            <pc:sldMk cId="2665425969" sldId="391"/>
            <ac:picMk id="6" creationId="{50104DFB-8ABB-65F4-5DD0-88284AE1119D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9:04.844" v="240" actId="1440"/>
        <pc:sldMkLst>
          <pc:docMk/>
          <pc:sldMk cId="3199295975" sldId="392"/>
        </pc:sldMkLst>
        <pc:picChg chg="mod">
          <ac:chgData name="GENESIS ISABEL CALAPAQUI PORTILLA" userId="5cf9098d-9cef-4576-a344-6111a9585f0f" providerId="ADAL" clId="{CFE715F6-BFB0-4EE6-9EA5-72C5D9C0C688}" dt="2024-12-12T04:39:04.844" v="240" actId="1440"/>
          <ac:picMkLst>
            <pc:docMk/>
            <pc:sldMk cId="3199295975" sldId="392"/>
            <ac:picMk id="6" creationId="{1651E2C0-9595-D61A-2EA2-2FCD98E03019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9:12.493" v="241" actId="1440"/>
        <pc:sldMkLst>
          <pc:docMk/>
          <pc:sldMk cId="1498248913" sldId="393"/>
        </pc:sldMkLst>
        <pc:picChg chg="mod">
          <ac:chgData name="GENESIS ISABEL CALAPAQUI PORTILLA" userId="5cf9098d-9cef-4576-a344-6111a9585f0f" providerId="ADAL" clId="{CFE715F6-BFB0-4EE6-9EA5-72C5D9C0C688}" dt="2024-12-12T04:39:12.493" v="241" actId="1440"/>
          <ac:picMkLst>
            <pc:docMk/>
            <pc:sldMk cId="1498248913" sldId="393"/>
            <ac:picMk id="6" creationId="{CEC0212B-FF89-51A6-F8AE-6EF279977FB5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9:20.061" v="242" actId="1440"/>
        <pc:sldMkLst>
          <pc:docMk/>
          <pc:sldMk cId="1303954195" sldId="394"/>
        </pc:sldMkLst>
        <pc:picChg chg="mod">
          <ac:chgData name="GENESIS ISABEL CALAPAQUI PORTILLA" userId="5cf9098d-9cef-4576-a344-6111a9585f0f" providerId="ADAL" clId="{CFE715F6-BFB0-4EE6-9EA5-72C5D9C0C688}" dt="2024-12-12T04:39:20.061" v="242" actId="1440"/>
          <ac:picMkLst>
            <pc:docMk/>
            <pc:sldMk cId="1303954195" sldId="394"/>
            <ac:picMk id="4" creationId="{364AA22D-B8A5-6730-050D-0FA395E794F9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9:26.638" v="243" actId="1440"/>
        <pc:sldMkLst>
          <pc:docMk/>
          <pc:sldMk cId="1652900263" sldId="395"/>
        </pc:sldMkLst>
        <pc:picChg chg="mod">
          <ac:chgData name="GENESIS ISABEL CALAPAQUI PORTILLA" userId="5cf9098d-9cef-4576-a344-6111a9585f0f" providerId="ADAL" clId="{CFE715F6-BFB0-4EE6-9EA5-72C5D9C0C688}" dt="2024-12-12T04:39:26.638" v="243" actId="1440"/>
          <ac:picMkLst>
            <pc:docMk/>
            <pc:sldMk cId="1652900263" sldId="395"/>
            <ac:picMk id="6" creationId="{27D9EAD3-2D39-CBB4-4B4F-83D2B490356B}"/>
          </ac:picMkLst>
        </pc:picChg>
      </pc:sldChg>
      <pc:sldChg chg="modSp mod">
        <pc:chgData name="GENESIS ISABEL CALAPAQUI PORTILLA" userId="5cf9098d-9cef-4576-a344-6111a9585f0f" providerId="ADAL" clId="{CFE715F6-BFB0-4EE6-9EA5-72C5D9C0C688}" dt="2024-12-12T04:39:31.438" v="244" actId="1440"/>
        <pc:sldMkLst>
          <pc:docMk/>
          <pc:sldMk cId="3227347643" sldId="396"/>
        </pc:sldMkLst>
        <pc:picChg chg="mod">
          <ac:chgData name="GENESIS ISABEL CALAPAQUI PORTILLA" userId="5cf9098d-9cef-4576-a344-6111a9585f0f" providerId="ADAL" clId="{CFE715F6-BFB0-4EE6-9EA5-72C5D9C0C688}" dt="2024-12-12T04:39:31.438" v="244" actId="1440"/>
          <ac:picMkLst>
            <pc:docMk/>
            <pc:sldMk cId="3227347643" sldId="396"/>
            <ac:picMk id="6" creationId="{95D488FB-1C70-903D-4B26-6482903B9D56}"/>
          </ac:picMkLst>
        </pc:picChg>
      </pc:sldChg>
      <pc:sldChg chg="addSp delSp modSp add mod">
        <pc:chgData name="GENESIS ISABEL CALAPAQUI PORTILLA" userId="5cf9098d-9cef-4576-a344-6111a9585f0f" providerId="ADAL" clId="{CFE715F6-BFB0-4EE6-9EA5-72C5D9C0C688}" dt="2024-12-12T04:54:41.920" v="607" actId="20577"/>
        <pc:sldMkLst>
          <pc:docMk/>
          <pc:sldMk cId="1076167438" sldId="397"/>
        </pc:sldMkLst>
        <pc:spChg chg="add del mod">
          <ac:chgData name="GENESIS ISABEL CALAPAQUI PORTILLA" userId="5cf9098d-9cef-4576-a344-6111a9585f0f" providerId="ADAL" clId="{CFE715F6-BFB0-4EE6-9EA5-72C5D9C0C688}" dt="2024-12-12T04:54:41.920" v="607" actId="20577"/>
          <ac:spMkLst>
            <pc:docMk/>
            <pc:sldMk cId="1076167438" sldId="397"/>
            <ac:spMk id="4" creationId="{8494C134-8B14-C720-4AEC-3560417D23B9}"/>
          </ac:spMkLst>
        </pc:spChg>
        <pc:spChg chg="add del mod">
          <ac:chgData name="GENESIS ISABEL CALAPAQUI PORTILLA" userId="5cf9098d-9cef-4576-a344-6111a9585f0f" providerId="ADAL" clId="{CFE715F6-BFB0-4EE6-9EA5-72C5D9C0C688}" dt="2024-12-12T04:53:37.826" v="571" actId="478"/>
          <ac:spMkLst>
            <pc:docMk/>
            <pc:sldMk cId="1076167438" sldId="397"/>
            <ac:spMk id="7" creationId="{901F7903-F486-68DD-2CFA-446266B9B28A}"/>
          </ac:spMkLst>
        </pc:spChg>
        <pc:spChg chg="add del mod">
          <ac:chgData name="GENESIS ISABEL CALAPAQUI PORTILLA" userId="5cf9098d-9cef-4576-a344-6111a9585f0f" providerId="ADAL" clId="{CFE715F6-BFB0-4EE6-9EA5-72C5D9C0C688}" dt="2024-12-12T04:53:42.423" v="573" actId="478"/>
          <ac:spMkLst>
            <pc:docMk/>
            <pc:sldMk cId="1076167438" sldId="397"/>
            <ac:spMk id="10" creationId="{65346800-F386-53CB-A492-EE73A3185C4C}"/>
          </ac:spMkLst>
        </pc:spChg>
        <pc:picChg chg="add del">
          <ac:chgData name="GENESIS ISABEL CALAPAQUI PORTILLA" userId="5cf9098d-9cef-4576-a344-6111a9585f0f" providerId="ADAL" clId="{CFE715F6-BFB0-4EE6-9EA5-72C5D9C0C688}" dt="2024-12-12T04:53:44.865" v="574" actId="478"/>
          <ac:picMkLst>
            <pc:docMk/>
            <pc:sldMk cId="1076167438" sldId="397"/>
            <ac:picMk id="6" creationId="{7E2AFA15-2889-674A-D6F7-FB672872059C}"/>
          </ac:picMkLst>
        </pc:picChg>
        <pc:picChg chg="add mod">
          <ac:chgData name="GENESIS ISABEL CALAPAQUI PORTILLA" userId="5cf9098d-9cef-4576-a344-6111a9585f0f" providerId="ADAL" clId="{CFE715F6-BFB0-4EE6-9EA5-72C5D9C0C688}" dt="2024-12-12T04:53:37.814" v="570"/>
          <ac:picMkLst>
            <pc:docMk/>
            <pc:sldMk cId="1076167438" sldId="397"/>
            <ac:picMk id="8" creationId="{29BAF287-3DF8-8621-E2EA-90BF188357B4}"/>
          </ac:picMkLst>
        </pc:picChg>
        <pc:picChg chg="add mod">
          <ac:chgData name="GENESIS ISABEL CALAPAQUI PORTILLA" userId="5cf9098d-9cef-4576-a344-6111a9585f0f" providerId="ADAL" clId="{CFE715F6-BFB0-4EE6-9EA5-72C5D9C0C688}" dt="2024-12-12T04:53:50.363" v="578" actId="1076"/>
          <ac:picMkLst>
            <pc:docMk/>
            <pc:sldMk cId="1076167438" sldId="397"/>
            <ac:picMk id="11" creationId="{98DDB30B-8EE1-E102-EB84-1CB2BA6EBF67}"/>
          </ac:picMkLst>
        </pc:picChg>
      </pc:sldChg>
      <pc:sldChg chg="addSp delSp modSp add mod">
        <pc:chgData name="GENESIS ISABEL CALAPAQUI PORTILLA" userId="5cf9098d-9cef-4576-a344-6111a9585f0f" providerId="ADAL" clId="{CFE715F6-BFB0-4EE6-9EA5-72C5D9C0C688}" dt="2024-12-12T04:54:45.726" v="609" actId="20577"/>
        <pc:sldMkLst>
          <pc:docMk/>
          <pc:sldMk cId="3563089877" sldId="398"/>
        </pc:sldMkLst>
        <pc:spChg chg="mod">
          <ac:chgData name="GENESIS ISABEL CALAPAQUI PORTILLA" userId="5cf9098d-9cef-4576-a344-6111a9585f0f" providerId="ADAL" clId="{CFE715F6-BFB0-4EE6-9EA5-72C5D9C0C688}" dt="2024-12-12T04:54:45.726" v="609" actId="20577"/>
          <ac:spMkLst>
            <pc:docMk/>
            <pc:sldMk cId="3563089877" sldId="398"/>
            <ac:spMk id="4" creationId="{1C345B37-8DCA-FB10-776E-246B43FDC3B0}"/>
          </ac:spMkLst>
        </pc:spChg>
        <pc:picChg chg="add mod">
          <ac:chgData name="GENESIS ISABEL CALAPAQUI PORTILLA" userId="5cf9098d-9cef-4576-a344-6111a9585f0f" providerId="ADAL" clId="{CFE715F6-BFB0-4EE6-9EA5-72C5D9C0C688}" dt="2024-12-12T04:54:18.690" v="605" actId="1076"/>
          <ac:picMkLst>
            <pc:docMk/>
            <pc:sldMk cId="3563089877" sldId="398"/>
            <ac:picMk id="3" creationId="{13B50A07-0F7E-ADEA-97AC-586784B33ADB}"/>
          </ac:picMkLst>
        </pc:picChg>
        <pc:picChg chg="del">
          <ac:chgData name="GENESIS ISABEL CALAPAQUI PORTILLA" userId="5cf9098d-9cef-4576-a344-6111a9585f0f" providerId="ADAL" clId="{CFE715F6-BFB0-4EE6-9EA5-72C5D9C0C688}" dt="2024-12-12T04:54:03.997" v="580" actId="478"/>
          <ac:picMkLst>
            <pc:docMk/>
            <pc:sldMk cId="3563089877" sldId="398"/>
            <ac:picMk id="11" creationId="{FA5344D7-BFD8-1841-0AF1-D123405CE986}"/>
          </ac:picMkLst>
        </pc:picChg>
      </pc:sldChg>
      <pc:sldChg chg="addSp delSp modSp add mod">
        <pc:chgData name="GENESIS ISABEL CALAPAQUI PORTILLA" userId="5cf9098d-9cef-4576-a344-6111a9585f0f" providerId="ADAL" clId="{CFE715F6-BFB0-4EE6-9EA5-72C5D9C0C688}" dt="2024-12-12T04:56:07.691" v="679" actId="20577"/>
        <pc:sldMkLst>
          <pc:docMk/>
          <pc:sldMk cId="3961223756" sldId="399"/>
        </pc:sldMkLst>
        <pc:spChg chg="mod">
          <ac:chgData name="GENESIS ISABEL CALAPAQUI PORTILLA" userId="5cf9098d-9cef-4576-a344-6111a9585f0f" providerId="ADAL" clId="{CFE715F6-BFB0-4EE6-9EA5-72C5D9C0C688}" dt="2024-12-12T04:56:07.691" v="679" actId="20577"/>
          <ac:spMkLst>
            <pc:docMk/>
            <pc:sldMk cId="3961223756" sldId="399"/>
            <ac:spMk id="6" creationId="{B9732F6C-E899-5BFB-C3E4-5E116048CA0E}"/>
          </ac:spMkLst>
        </pc:spChg>
        <pc:picChg chg="del">
          <ac:chgData name="GENESIS ISABEL CALAPAQUI PORTILLA" userId="5cf9098d-9cef-4576-a344-6111a9585f0f" providerId="ADAL" clId="{CFE715F6-BFB0-4EE6-9EA5-72C5D9C0C688}" dt="2024-12-12T04:55:39.834" v="671" actId="478"/>
          <ac:picMkLst>
            <pc:docMk/>
            <pc:sldMk cId="3961223756" sldId="399"/>
            <ac:picMk id="3" creationId="{AC3E00E8-9659-8E0E-AD36-DF5AB5CE9D9C}"/>
          </ac:picMkLst>
        </pc:picChg>
        <pc:picChg chg="add mod">
          <ac:chgData name="GENESIS ISABEL CALAPAQUI PORTILLA" userId="5cf9098d-9cef-4576-a344-6111a9585f0f" providerId="ADAL" clId="{CFE715F6-BFB0-4EE6-9EA5-72C5D9C0C688}" dt="2024-12-12T04:55:44.035" v="675" actId="1076"/>
          <ac:picMkLst>
            <pc:docMk/>
            <pc:sldMk cId="3961223756" sldId="399"/>
            <ac:picMk id="4" creationId="{22374FDD-E910-359C-99D4-54EBC7A9CDD0}"/>
          </ac:picMkLst>
        </pc:picChg>
      </pc:sldChg>
      <pc:sldChg chg="addSp delSp modSp add mod">
        <pc:chgData name="GENESIS ISABEL CALAPAQUI PORTILLA" userId="5cf9098d-9cef-4576-a344-6111a9585f0f" providerId="ADAL" clId="{CFE715F6-BFB0-4EE6-9EA5-72C5D9C0C688}" dt="2024-12-12T04:56:33.762" v="696" actId="1076"/>
        <pc:sldMkLst>
          <pc:docMk/>
          <pc:sldMk cId="3619193212" sldId="400"/>
        </pc:sldMkLst>
        <pc:spChg chg="mod">
          <ac:chgData name="GENESIS ISABEL CALAPAQUI PORTILLA" userId="5cf9098d-9cef-4576-a344-6111a9585f0f" providerId="ADAL" clId="{CFE715F6-BFB0-4EE6-9EA5-72C5D9C0C688}" dt="2024-12-12T04:56:22.218" v="691" actId="20577"/>
          <ac:spMkLst>
            <pc:docMk/>
            <pc:sldMk cId="3619193212" sldId="400"/>
            <ac:spMk id="6" creationId="{F0985475-898F-4767-C288-3466A389931D}"/>
          </ac:spMkLst>
        </pc:spChg>
        <pc:picChg chg="add mod">
          <ac:chgData name="GENESIS ISABEL CALAPAQUI PORTILLA" userId="5cf9098d-9cef-4576-a344-6111a9585f0f" providerId="ADAL" clId="{CFE715F6-BFB0-4EE6-9EA5-72C5D9C0C688}" dt="2024-12-12T04:56:33.762" v="696" actId="1076"/>
          <ac:picMkLst>
            <pc:docMk/>
            <pc:sldMk cId="3619193212" sldId="400"/>
            <ac:picMk id="3" creationId="{22A8E9E5-9F7B-B3A1-E3B2-41F816DD1E35}"/>
          </ac:picMkLst>
        </pc:picChg>
        <pc:picChg chg="del">
          <ac:chgData name="GENESIS ISABEL CALAPAQUI PORTILLA" userId="5cf9098d-9cef-4576-a344-6111a9585f0f" providerId="ADAL" clId="{CFE715F6-BFB0-4EE6-9EA5-72C5D9C0C688}" dt="2024-12-12T04:56:29.118" v="692" actId="478"/>
          <ac:picMkLst>
            <pc:docMk/>
            <pc:sldMk cId="3619193212" sldId="400"/>
            <ac:picMk id="4" creationId="{71067D1E-3459-1507-3A49-AB3E282617F7}"/>
          </ac:picMkLst>
        </pc:picChg>
      </pc:sldChg>
      <pc:sldChg chg="addSp delSp modSp add mod">
        <pc:chgData name="GENESIS ISABEL CALAPAQUI PORTILLA" userId="5cf9098d-9cef-4576-a344-6111a9585f0f" providerId="ADAL" clId="{CFE715F6-BFB0-4EE6-9EA5-72C5D9C0C688}" dt="2024-12-12T04:57:09.651" v="716" actId="20577"/>
        <pc:sldMkLst>
          <pc:docMk/>
          <pc:sldMk cId="2497427091" sldId="401"/>
        </pc:sldMkLst>
        <pc:spChg chg="mod">
          <ac:chgData name="GENESIS ISABEL CALAPAQUI PORTILLA" userId="5cf9098d-9cef-4576-a344-6111a9585f0f" providerId="ADAL" clId="{CFE715F6-BFB0-4EE6-9EA5-72C5D9C0C688}" dt="2024-12-12T04:57:09.651" v="716" actId="20577"/>
          <ac:spMkLst>
            <pc:docMk/>
            <pc:sldMk cId="2497427091" sldId="401"/>
            <ac:spMk id="6" creationId="{D1E5299F-9BB0-EA05-7E20-636B4D2A0033}"/>
          </ac:spMkLst>
        </pc:spChg>
        <pc:picChg chg="del">
          <ac:chgData name="GENESIS ISABEL CALAPAQUI PORTILLA" userId="5cf9098d-9cef-4576-a344-6111a9585f0f" providerId="ADAL" clId="{CFE715F6-BFB0-4EE6-9EA5-72C5D9C0C688}" dt="2024-12-12T04:56:56.486" v="709" actId="478"/>
          <ac:picMkLst>
            <pc:docMk/>
            <pc:sldMk cId="2497427091" sldId="401"/>
            <ac:picMk id="3" creationId="{86DC4460-DDD3-00EE-AD61-628C3BF08B4C}"/>
          </ac:picMkLst>
        </pc:picChg>
        <pc:picChg chg="add mod">
          <ac:chgData name="GENESIS ISABEL CALAPAQUI PORTILLA" userId="5cf9098d-9cef-4576-a344-6111a9585f0f" providerId="ADAL" clId="{CFE715F6-BFB0-4EE6-9EA5-72C5D9C0C688}" dt="2024-12-12T04:57:02.146" v="714" actId="14100"/>
          <ac:picMkLst>
            <pc:docMk/>
            <pc:sldMk cId="2497427091" sldId="401"/>
            <ac:picMk id="4" creationId="{3A14F9BE-BD4E-A780-6D6B-374240EDD9F3}"/>
          </ac:picMkLst>
        </pc:picChg>
      </pc:sldChg>
      <pc:sldChg chg="addSp delSp modSp add mod">
        <pc:chgData name="GENESIS ISABEL CALAPAQUI PORTILLA" userId="5cf9098d-9cef-4576-a344-6111a9585f0f" providerId="ADAL" clId="{CFE715F6-BFB0-4EE6-9EA5-72C5D9C0C688}" dt="2024-12-12T04:59:13.457" v="823" actId="1076"/>
        <pc:sldMkLst>
          <pc:docMk/>
          <pc:sldMk cId="283846347" sldId="402"/>
        </pc:sldMkLst>
        <pc:spChg chg="mod">
          <ac:chgData name="GENESIS ISABEL CALAPAQUI PORTILLA" userId="5cf9098d-9cef-4576-a344-6111a9585f0f" providerId="ADAL" clId="{CFE715F6-BFB0-4EE6-9EA5-72C5D9C0C688}" dt="2024-12-12T04:59:08.271" v="820" actId="313"/>
          <ac:spMkLst>
            <pc:docMk/>
            <pc:sldMk cId="283846347" sldId="402"/>
            <ac:spMk id="6" creationId="{8F9F1B08-6815-CBE7-87C0-D263C543BF1B}"/>
          </ac:spMkLst>
        </pc:spChg>
        <pc:picChg chg="del">
          <ac:chgData name="GENESIS ISABEL CALAPAQUI PORTILLA" userId="5cf9098d-9cef-4576-a344-6111a9585f0f" providerId="ADAL" clId="{CFE715F6-BFB0-4EE6-9EA5-72C5D9C0C688}" dt="2024-12-12T04:58:52.220" v="773" actId="478"/>
          <ac:picMkLst>
            <pc:docMk/>
            <pc:sldMk cId="283846347" sldId="402"/>
            <ac:picMk id="3" creationId="{7A9BB496-96B0-74B3-FE67-FFACD7A984E2}"/>
          </ac:picMkLst>
        </pc:picChg>
        <pc:picChg chg="add mod">
          <ac:chgData name="GENESIS ISABEL CALAPAQUI PORTILLA" userId="5cf9098d-9cef-4576-a344-6111a9585f0f" providerId="ADAL" clId="{CFE715F6-BFB0-4EE6-9EA5-72C5D9C0C688}" dt="2024-12-12T04:59:13.457" v="823" actId="1076"/>
          <ac:picMkLst>
            <pc:docMk/>
            <pc:sldMk cId="283846347" sldId="402"/>
            <ac:picMk id="4" creationId="{5F7A8CBE-155F-16D4-0242-7C273D875988}"/>
          </ac:picMkLst>
        </pc:picChg>
      </pc:sldChg>
    </pc:docChg>
  </pc:docChgLst>
  <pc:docChgLst>
    <pc:chgData name="JAIRO SMITH QUILUMBAQUIN LANCHIMBA" userId="S::jsquilumbaquin@espe.edu.ec::35ab8847-de02-4f03-8dd9-4bac89cf41b8" providerId="AD" clId="Web-{EDC05F3E-F52F-8E5F-86FE-6E00FFF98C1D}"/>
    <pc:docChg chg="modSld">
      <pc:chgData name="JAIRO SMITH QUILUMBAQUIN LANCHIMBA" userId="S::jsquilumbaquin@espe.edu.ec::35ab8847-de02-4f03-8dd9-4bac89cf41b8" providerId="AD" clId="Web-{EDC05F3E-F52F-8E5F-86FE-6E00FFF98C1D}" dt="2024-12-11T07:50:42.414" v="19" actId="1076"/>
      <pc:docMkLst>
        <pc:docMk/>
      </pc:docMkLst>
      <pc:sldChg chg="addSp delSp modSp">
        <pc:chgData name="JAIRO SMITH QUILUMBAQUIN LANCHIMBA" userId="S::jsquilumbaquin@espe.edu.ec::35ab8847-de02-4f03-8dd9-4bac89cf41b8" providerId="AD" clId="Web-{EDC05F3E-F52F-8E5F-86FE-6E00FFF98C1D}" dt="2024-12-11T07:50:28.460" v="13" actId="1076"/>
        <pc:sldMkLst>
          <pc:docMk/>
          <pc:sldMk cId="141034882" sldId="360"/>
        </pc:sldMkLst>
        <pc:picChg chg="add mod">
          <ac:chgData name="JAIRO SMITH QUILUMBAQUIN LANCHIMBA" userId="S::jsquilumbaquin@espe.edu.ec::35ab8847-de02-4f03-8dd9-4bac89cf41b8" providerId="AD" clId="Web-{EDC05F3E-F52F-8E5F-86FE-6E00FFF98C1D}" dt="2024-12-11T07:50:28.460" v="13" actId="1076"/>
          <ac:picMkLst>
            <pc:docMk/>
            <pc:sldMk cId="141034882" sldId="360"/>
            <ac:picMk id="4" creationId="{5EE640BA-CF1E-8C56-CE0A-9AD2837EB3F2}"/>
          </ac:picMkLst>
        </pc:picChg>
        <pc:picChg chg="del">
          <ac:chgData name="JAIRO SMITH QUILUMBAQUIN LANCHIMBA" userId="S::jsquilumbaquin@espe.edu.ec::35ab8847-de02-4f03-8dd9-4bac89cf41b8" providerId="AD" clId="Web-{EDC05F3E-F52F-8E5F-86FE-6E00FFF98C1D}" dt="2024-12-11T07:50:25.632" v="11"/>
          <ac:picMkLst>
            <pc:docMk/>
            <pc:sldMk cId="141034882" sldId="360"/>
            <ac:picMk id="7" creationId="{0AEC7851-C487-4CA8-AB64-EA9B2C232E32}"/>
          </ac:picMkLst>
        </pc:picChg>
      </pc:sldChg>
      <pc:sldChg chg="addSp delSp modSp">
        <pc:chgData name="JAIRO SMITH QUILUMBAQUIN LANCHIMBA" userId="S::jsquilumbaquin@espe.edu.ec::35ab8847-de02-4f03-8dd9-4bac89cf41b8" providerId="AD" clId="Web-{EDC05F3E-F52F-8E5F-86FE-6E00FFF98C1D}" dt="2024-12-11T07:50:42.414" v="19" actId="1076"/>
        <pc:sldMkLst>
          <pc:docMk/>
          <pc:sldMk cId="2563100257" sldId="362"/>
        </pc:sldMkLst>
        <pc:picChg chg="add mod">
          <ac:chgData name="JAIRO SMITH QUILUMBAQUIN LANCHIMBA" userId="S::jsquilumbaquin@espe.edu.ec::35ab8847-de02-4f03-8dd9-4bac89cf41b8" providerId="AD" clId="Web-{EDC05F3E-F52F-8E5F-86FE-6E00FFF98C1D}" dt="2024-12-11T07:50:42.414" v="19" actId="1076"/>
          <ac:picMkLst>
            <pc:docMk/>
            <pc:sldMk cId="2563100257" sldId="362"/>
            <ac:picMk id="4" creationId="{091C8624-56B4-1D6D-94C0-133A3DD464D9}"/>
          </ac:picMkLst>
        </pc:picChg>
        <pc:picChg chg="del">
          <ac:chgData name="JAIRO SMITH QUILUMBAQUIN LANCHIMBA" userId="S::jsquilumbaquin@espe.edu.ec::35ab8847-de02-4f03-8dd9-4bac89cf41b8" providerId="AD" clId="Web-{EDC05F3E-F52F-8E5F-86FE-6E00FFF98C1D}" dt="2024-12-11T07:50:34.851" v="14"/>
          <ac:picMkLst>
            <pc:docMk/>
            <pc:sldMk cId="2563100257" sldId="362"/>
            <ac:picMk id="7" creationId="{EA216227-B6C5-495D-A1FB-79A0A3F3B394}"/>
          </ac:picMkLst>
        </pc:picChg>
      </pc:sldChg>
      <pc:sldChg chg="addSp delSp modSp">
        <pc:chgData name="JAIRO SMITH QUILUMBAQUIN LANCHIMBA" userId="S::jsquilumbaquin@espe.edu.ec::35ab8847-de02-4f03-8dd9-4bac89cf41b8" providerId="AD" clId="Web-{EDC05F3E-F52F-8E5F-86FE-6E00FFF98C1D}" dt="2024-12-11T07:49:20.943" v="2" actId="1076"/>
        <pc:sldMkLst>
          <pc:docMk/>
          <pc:sldMk cId="795099191" sldId="367"/>
        </pc:sldMkLst>
        <pc:picChg chg="add mod">
          <ac:chgData name="JAIRO SMITH QUILUMBAQUIN LANCHIMBA" userId="S::jsquilumbaquin@espe.edu.ec::35ab8847-de02-4f03-8dd9-4bac89cf41b8" providerId="AD" clId="Web-{EDC05F3E-F52F-8E5F-86FE-6E00FFF98C1D}" dt="2024-12-11T07:49:20.943" v="2" actId="1076"/>
          <ac:picMkLst>
            <pc:docMk/>
            <pc:sldMk cId="795099191" sldId="367"/>
            <ac:picMk id="4" creationId="{5C81F162-1AA7-E584-E40C-6E3307EFF76C}"/>
          </ac:picMkLst>
        </pc:picChg>
        <pc:picChg chg="del">
          <ac:chgData name="JAIRO SMITH QUILUMBAQUIN LANCHIMBA" userId="S::jsquilumbaquin@espe.edu.ec::35ab8847-de02-4f03-8dd9-4bac89cf41b8" providerId="AD" clId="Web-{EDC05F3E-F52F-8E5F-86FE-6E00FFF98C1D}" dt="2024-12-11T07:49:18.568" v="0"/>
          <ac:picMkLst>
            <pc:docMk/>
            <pc:sldMk cId="795099191" sldId="367"/>
            <ac:picMk id="7" creationId="{11F9896A-69BA-41B0-96EF-33AB0228A70F}"/>
          </ac:picMkLst>
        </pc:picChg>
      </pc:sldChg>
      <pc:sldChg chg="addSp delSp modSp">
        <pc:chgData name="JAIRO SMITH QUILUMBAQUIN LANCHIMBA" userId="S::jsquilumbaquin@espe.edu.ec::35ab8847-de02-4f03-8dd9-4bac89cf41b8" providerId="AD" clId="Web-{EDC05F3E-F52F-8E5F-86FE-6E00FFF98C1D}" dt="2024-12-11T07:49:38.443" v="6" actId="1076"/>
        <pc:sldMkLst>
          <pc:docMk/>
          <pc:sldMk cId="3037220131" sldId="368"/>
        </pc:sldMkLst>
        <pc:picChg chg="add mod">
          <ac:chgData name="JAIRO SMITH QUILUMBAQUIN LANCHIMBA" userId="S::jsquilumbaquin@espe.edu.ec::35ab8847-de02-4f03-8dd9-4bac89cf41b8" providerId="AD" clId="Web-{EDC05F3E-F52F-8E5F-86FE-6E00FFF98C1D}" dt="2024-12-11T07:49:38.443" v="6" actId="1076"/>
          <ac:picMkLst>
            <pc:docMk/>
            <pc:sldMk cId="3037220131" sldId="368"/>
            <ac:picMk id="4" creationId="{65F4E54E-7A41-B252-7098-4F690F148329}"/>
          </ac:picMkLst>
        </pc:picChg>
        <pc:picChg chg="del">
          <ac:chgData name="JAIRO SMITH QUILUMBAQUIN LANCHIMBA" userId="S::jsquilumbaquin@espe.edu.ec::35ab8847-de02-4f03-8dd9-4bac89cf41b8" providerId="AD" clId="Web-{EDC05F3E-F52F-8E5F-86FE-6E00FFF98C1D}" dt="2024-12-11T07:49:33.943" v="3"/>
          <ac:picMkLst>
            <pc:docMk/>
            <pc:sldMk cId="3037220131" sldId="368"/>
            <ac:picMk id="6" creationId="{F3C153F3-5827-4AC6-974E-E871144531A3}"/>
          </ac:picMkLst>
        </pc:picChg>
      </pc:sldChg>
      <pc:sldChg chg="addSp delSp modSp">
        <pc:chgData name="JAIRO SMITH QUILUMBAQUIN LANCHIMBA" userId="S::jsquilumbaquin@espe.edu.ec::35ab8847-de02-4f03-8dd9-4bac89cf41b8" providerId="AD" clId="Web-{EDC05F3E-F52F-8E5F-86FE-6E00FFF98C1D}" dt="2024-12-11T07:50:06.522" v="10" actId="1076"/>
        <pc:sldMkLst>
          <pc:docMk/>
          <pc:sldMk cId="2132145110" sldId="369"/>
        </pc:sldMkLst>
        <pc:picChg chg="add mod">
          <ac:chgData name="JAIRO SMITH QUILUMBAQUIN LANCHIMBA" userId="S::jsquilumbaquin@espe.edu.ec::35ab8847-de02-4f03-8dd9-4bac89cf41b8" providerId="AD" clId="Web-{EDC05F3E-F52F-8E5F-86FE-6E00FFF98C1D}" dt="2024-12-11T07:50:06.522" v="10" actId="1076"/>
          <ac:picMkLst>
            <pc:docMk/>
            <pc:sldMk cId="2132145110" sldId="369"/>
            <ac:picMk id="4" creationId="{DE789AAD-E8F2-738B-4559-967E7969503D}"/>
          </ac:picMkLst>
        </pc:picChg>
        <pc:picChg chg="del">
          <ac:chgData name="JAIRO SMITH QUILUMBAQUIN LANCHIMBA" userId="S::jsquilumbaquin@espe.edu.ec::35ab8847-de02-4f03-8dd9-4bac89cf41b8" providerId="AD" clId="Web-{EDC05F3E-F52F-8E5F-86FE-6E00FFF98C1D}" dt="2024-12-11T07:50:01.522" v="7"/>
          <ac:picMkLst>
            <pc:docMk/>
            <pc:sldMk cId="2132145110" sldId="369"/>
            <ac:picMk id="7" creationId="{0CECBFD1-512A-48D6-83EB-9838944B81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jpe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3089844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MANUAL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EUREKA BANK CON SOAP Y BASE DE DATOS- .NET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712076" cy="1812758"/>
          </a:xfrm>
        </p:spPr>
        <p:txBody>
          <a:bodyPr>
            <a:normAutofit/>
          </a:bodyPr>
          <a:lstStyle/>
          <a:p>
            <a:r>
              <a:rPr lang="es-EC" b="1" dirty="0">
                <a:solidFill>
                  <a:schemeClr val="bg1"/>
                </a:solidFill>
              </a:rPr>
              <a:t>Integrantes:</a:t>
            </a:r>
            <a:r>
              <a:rPr lang="es-EC" dirty="0">
                <a:solidFill>
                  <a:schemeClr val="bg1"/>
                </a:solidFill>
              </a:rPr>
              <a:t> 	ANDRANGO CHRISTIAN</a:t>
            </a:r>
            <a:br>
              <a:rPr lang="es-EC" dirty="0">
                <a:solidFill>
                  <a:schemeClr val="bg1"/>
                </a:solidFill>
              </a:rPr>
            </a:br>
            <a:r>
              <a:rPr lang="es-EC" dirty="0">
                <a:solidFill>
                  <a:schemeClr val="bg1"/>
                </a:solidFill>
              </a:rPr>
              <a:t>				CALAPAQUI GENESIS    					</a:t>
            </a:r>
            <a:r>
              <a:rPr lang="es-EC" dirty="0" err="1">
                <a:solidFill>
                  <a:schemeClr val="bg1"/>
                </a:solidFill>
              </a:rPr>
              <a:t>QUiluMBAQUI</a:t>
            </a:r>
            <a:r>
              <a:rPr lang="es-EC" dirty="0">
                <a:solidFill>
                  <a:schemeClr val="bg1"/>
                </a:solidFill>
              </a:rPr>
              <a:t> JAIRO</a:t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 </a:t>
            </a:r>
            <a:r>
              <a:rPr lang="es-EC" b="1" dirty="0">
                <a:solidFill>
                  <a:prstClr val="white"/>
                </a:solidFill>
                <a:latin typeface="Gill Sans MT" panose="020B0502020104020203"/>
              </a:rPr>
              <a:t>11/12/2024</a:t>
            </a:r>
            <a:endParaRPr lang="es-EC" dirty="0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Ing</a:t>
            </a: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</a:t>
            </a:r>
            <a:r>
              <a:rPr kumimoji="0" lang="es-EC" sz="1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Campaña mauricio</a:t>
            </a:r>
            <a:endParaRPr kumimoji="0" lang="es-EC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s-ES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CONCEPTUAL DE LA BASE DE DATOS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CREAR BASE DE DATOS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CREAR BASE DE DATOS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CONSOLA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ESCRITORIO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WEB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MOVIL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	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e implementar un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mediante .NET para realizar el registro y consulta de movimientos monetarios, ilustrando los pasos generales para su creación.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	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 continuación, se presente el modelo conceptual de la base de datos “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66BC25-0571-4648-BDE2-C3F03850A8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66059" y="3332747"/>
            <a:ext cx="4840605" cy="319147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	CREAR BASE DE DATOS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1.	</a:t>
            </a:r>
            <a:r>
              <a:rPr lang="es-ES">
                <a:latin typeface="Cambria"/>
                <a:ea typeface="+mn-lt"/>
                <a:cs typeface="+mn-lt"/>
              </a:rPr>
              <a:t>Para comenzar con </a:t>
            </a:r>
            <a:r>
              <a:rPr lang="es-ES">
                <a:effectLst/>
                <a:latin typeface="Cambria"/>
                <a:ea typeface="+mn-lt"/>
                <a:cs typeface="+mn-lt"/>
              </a:rPr>
              <a:t>el </a:t>
            </a:r>
            <a:r>
              <a:rPr lang="es-ES">
                <a:latin typeface="Cambria"/>
                <a:ea typeface="+mn-lt"/>
                <a:cs typeface="+mn-lt"/>
              </a:rPr>
              <a:t>desarrollo de la práctica </a:t>
            </a:r>
            <a:r>
              <a:rPr lang="es-ES">
                <a:effectLst/>
                <a:latin typeface="Cambria"/>
                <a:ea typeface="+mn-lt"/>
                <a:cs typeface="+mn-lt"/>
              </a:rPr>
              <a:t>se </a:t>
            </a:r>
            <a:r>
              <a:rPr lang="es-ES">
                <a:latin typeface="Cambria"/>
                <a:ea typeface="+mn-lt"/>
                <a:cs typeface="+mn-lt"/>
              </a:rPr>
              <a:t>procede a realizar la creación de </a:t>
            </a:r>
            <a:r>
              <a:rPr lang="es-ES">
                <a:effectLst/>
                <a:latin typeface="Cambria"/>
                <a:ea typeface="+mn-lt"/>
                <a:cs typeface="+mn-lt"/>
              </a:rPr>
              <a:t>la base de datos</a:t>
            </a:r>
            <a:r>
              <a:rPr lang="es-ES">
                <a:latin typeface="Cambria"/>
                <a:ea typeface="+mn-lt"/>
                <a:cs typeface="+mn-lt"/>
              </a:rPr>
              <a:t>, para lo cual </a:t>
            </a:r>
            <a:r>
              <a:rPr lang="es-ES">
                <a:effectLst/>
                <a:latin typeface="Cambria"/>
                <a:ea typeface="+mn-lt"/>
                <a:cs typeface="+mn-lt"/>
              </a:rPr>
              <a:t>se </a:t>
            </a:r>
            <a:r>
              <a:rPr lang="es-ES">
                <a:latin typeface="Cambria"/>
                <a:ea typeface="+mn-lt"/>
                <a:cs typeface="+mn-lt"/>
              </a:rPr>
              <a:t>deberá ingresar </a:t>
            </a:r>
            <a:r>
              <a:rPr lang="es-ES">
                <a:effectLst/>
                <a:latin typeface="Cambria"/>
                <a:ea typeface="+mn-lt"/>
                <a:cs typeface="+mn-lt"/>
              </a:rPr>
              <a:t>a </a:t>
            </a:r>
            <a:r>
              <a:rPr lang="es-ES">
                <a:latin typeface="Cambria"/>
                <a:ea typeface="+mn-lt"/>
                <a:cs typeface="+mn-lt"/>
              </a:rPr>
              <a:t>la herramienta instalada anteriormente donde se pedirá el tipo de autenticación</a:t>
            </a:r>
            <a:r>
              <a:rPr lang="es-ES">
                <a:effectLst/>
                <a:latin typeface="Cambria"/>
                <a:ea typeface="+mn-lt"/>
                <a:cs typeface="+mn-lt"/>
              </a:rPr>
              <a:t>.</a:t>
            </a:r>
            <a:r>
              <a:rPr lang="es-ES">
                <a:latin typeface="Cambria"/>
                <a:ea typeface="+mn-lt"/>
                <a:cs typeface="+mn-lt"/>
              </a:rPr>
              <a:t> </a:t>
            </a:r>
            <a:endParaRPr lang="es-ES">
              <a:effectLst/>
              <a:latin typeface="Cambria"/>
              <a:ea typeface="+mn-lt"/>
              <a:cs typeface="+mn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B34EC1A2-0A58-031D-F57D-18B185FD4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918" y="3651489"/>
            <a:ext cx="2966768" cy="290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2.	</a:t>
            </a:r>
            <a:r>
              <a:rPr lang="es-ES">
                <a:latin typeface="Cambria"/>
                <a:ea typeface="Calibri"/>
                <a:cs typeface="Times New Roman"/>
              </a:rPr>
              <a:t>Se tiene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la </a:t>
            </a:r>
            <a:r>
              <a:rPr lang="es-ES">
                <a:latin typeface="Cambria"/>
                <a:ea typeface="Calibri"/>
                <a:cs typeface="Times New Roman"/>
              </a:rPr>
              <a:t>siguiente estructura inicial donde se mostrarán las bases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de datos</a:t>
            </a:r>
            <a:r>
              <a:rPr lang="es-ES">
                <a:latin typeface="Cambria"/>
                <a:ea typeface="Calibri"/>
                <a:cs typeface="Times New Roman"/>
              </a:rPr>
              <a:t> creadas o existentes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C8275DE6-7D6C-6763-04C0-E6F8E54A2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374" y="3896803"/>
            <a:ext cx="5084912" cy="156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013800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3.	</a:t>
            </a:r>
            <a:r>
              <a:rPr lang="es-ES">
                <a:latin typeface="Cambria"/>
                <a:ea typeface="Calibri"/>
                <a:cs typeface="Times New Roman"/>
              </a:rPr>
              <a:t>Para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crear la base de datos</a:t>
            </a:r>
            <a:r>
              <a:rPr lang="es-ES">
                <a:latin typeface="Cambria"/>
                <a:ea typeface="Calibri"/>
                <a:cs typeface="Times New Roman"/>
              </a:rPr>
              <a:t> se deberá hacer clic derecho sobre el espacio de trabajo, y seleccionar New </a:t>
            </a:r>
            <a:r>
              <a:rPr lang="es-ES" err="1">
                <a:latin typeface="Cambria"/>
                <a:ea typeface="Calibri"/>
                <a:cs typeface="Times New Roman"/>
              </a:rPr>
              <a:t>Query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3275D65-60AD-D6C5-45C1-E1D918132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292" y="3182608"/>
            <a:ext cx="3155830" cy="292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4.	</a:t>
            </a:r>
            <a:r>
              <a:rPr lang="es-ES">
                <a:latin typeface="Cambria"/>
                <a:ea typeface="Calibri"/>
                <a:cs typeface="Times New Roman"/>
              </a:rPr>
              <a:t>Se procede a registrar el </a:t>
            </a:r>
            <a:r>
              <a:rPr lang="es-ES" err="1">
                <a:latin typeface="Cambria"/>
                <a:ea typeface="Calibri"/>
                <a:cs typeface="Times New Roman"/>
              </a:rPr>
              <a:t>query</a:t>
            </a:r>
            <a:r>
              <a:rPr lang="es-ES">
                <a:latin typeface="Cambria"/>
                <a:ea typeface="Calibri"/>
                <a:cs typeface="Times New Roman"/>
              </a:rPr>
              <a:t> para la creación de la base de datos y se procede a ejecutar el </a:t>
            </a:r>
            <a:r>
              <a:rPr lang="es-ES" err="1">
                <a:latin typeface="Cambria"/>
                <a:ea typeface="Calibri"/>
                <a:cs typeface="Times New Roman"/>
              </a:rPr>
              <a:t>query</a:t>
            </a:r>
            <a:r>
              <a:rPr lang="es-ES">
                <a:latin typeface="Cambria"/>
                <a:ea typeface="Calibri"/>
                <a:cs typeface="Times New Roman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845B7A50-EC07-CC59-0A23-8A133E668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58" y="3431696"/>
            <a:ext cx="5400854" cy="275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5.	</a:t>
            </a:r>
            <a:r>
              <a:rPr lang="es-ES">
                <a:latin typeface="Cambria"/>
                <a:ea typeface="Calibri"/>
                <a:cs typeface="Times New Roman"/>
              </a:rPr>
              <a:t>Finalmente se tiene la siguiente la base de datos EUREKABANK creada como se muestra a continuación.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61540D29-0408-B3E4-2A7A-D91DA032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916" y="3630104"/>
            <a:ext cx="4312847" cy="276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6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Para realizar la inserción de información a la base de datos creada anteriormente se procede a hacer clic derecho sobre la base de datos, seleccionar new </a:t>
            </a:r>
            <a:r>
              <a:rPr lang="es-ES" err="1">
                <a:latin typeface="Cambria"/>
                <a:ea typeface="Calibri"/>
                <a:cs typeface="Times New Roman"/>
              </a:rPr>
              <a:t>query</a:t>
            </a:r>
            <a:r>
              <a:rPr lang="es-ES">
                <a:latin typeface="Cambria"/>
                <a:ea typeface="Calibri"/>
                <a:cs typeface="Times New Roman"/>
              </a:rPr>
              <a:t> e ingresar los </a:t>
            </a:r>
            <a:r>
              <a:rPr lang="es-ES" err="1">
                <a:latin typeface="Cambria"/>
                <a:ea typeface="Calibri"/>
                <a:cs typeface="Times New Roman"/>
              </a:rPr>
              <a:t>querys</a:t>
            </a:r>
            <a:r>
              <a:rPr lang="es-ES">
                <a:latin typeface="Cambria"/>
                <a:ea typeface="Calibri"/>
                <a:cs typeface="Times New Roman"/>
              </a:rPr>
              <a:t> de registro de información para la base de datos.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C766466-87DE-795B-3556-A05F61A12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044" y="3424507"/>
            <a:ext cx="41719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9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5.	</a:t>
            </a:r>
            <a:r>
              <a:rPr lang="es-ES">
                <a:latin typeface="Cambria"/>
                <a:ea typeface="Calibri"/>
                <a:cs typeface="Times New Roman"/>
              </a:rPr>
              <a:t>Finalmente se tiene la siguiente la base de datos EUREKABANK creada como se muestra a continuación.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61540D29-0408-B3E4-2A7A-D91DA032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708" y="3601349"/>
            <a:ext cx="3593980" cy="230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5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	Creación del Servidor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Al abrir Visual Studio, se deberá seleccionar el tipo de proyecto ASP .NET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C#.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14E3E346-AC80-DC4F-AB4C-6D373E49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48" y="3436187"/>
            <a:ext cx="4988945" cy="27604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A continuación, se procede a configurar el proyecto con el nombre y la ubicación.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7F3105AF-FDA2-170E-6A6F-BD965A044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472" y="3206150"/>
            <a:ext cx="5520907" cy="31773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Finalmente, se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mostrará Información adicional a elegir en el proyecto.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093BBA22-F739-102B-BBE5-041965DF5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358" y="3234905"/>
            <a:ext cx="5607170" cy="31486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Una vez creado el proyecto, se procede a crear la estructura como se muestra a continuación.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1B7E2AA2-9CFD-7AAD-8D87-A060A0D57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04" y="3633787"/>
            <a:ext cx="6065627" cy="2034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6352"/>
            <a:ext cx="8589441" cy="915629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/>
                <a:ea typeface="Calibri"/>
                <a:cs typeface="Times New Roman"/>
              </a:rPr>
              <a:t>5.	Para el </a:t>
            </a:r>
            <a:r>
              <a:rPr lang="es-ES">
                <a:latin typeface="Cambria"/>
                <a:ea typeface="Calibri"/>
                <a:cs typeface="Times New Roman"/>
              </a:rPr>
              <a:t>desarrollo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de </a:t>
            </a:r>
            <a:r>
              <a:rPr lang="es-ES">
                <a:latin typeface="Cambria"/>
                <a:ea typeface="Calibri"/>
                <a:cs typeface="Times New Roman"/>
              </a:rPr>
              <a:t>las API REST se utilizarán dependencias propias del Framework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, </a:t>
            </a:r>
            <a:r>
              <a:rPr lang="es-ES">
                <a:latin typeface="Cambria"/>
                <a:ea typeface="Calibri"/>
                <a:cs typeface="Times New Roman"/>
              </a:rPr>
              <a:t>para lo cual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se procede a </a:t>
            </a:r>
            <a:r>
              <a:rPr lang="es-ES">
                <a:latin typeface="Cambria"/>
                <a:ea typeface="Calibri"/>
                <a:cs typeface="Times New Roman"/>
              </a:rPr>
              <a:t>dar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clic derecho </a:t>
            </a:r>
            <a:r>
              <a:rPr lang="es-ES">
                <a:latin typeface="Cambria"/>
                <a:ea typeface="Calibri"/>
                <a:cs typeface="Times New Roman"/>
              </a:rPr>
              <a:t>sobre el proyecto, Administrar paquetes de </a:t>
            </a:r>
            <a:r>
              <a:rPr lang="es-ES" err="1">
                <a:latin typeface="Cambria"/>
                <a:ea typeface="Calibri"/>
                <a:cs typeface="Times New Roman"/>
              </a:rPr>
              <a:t>NugGet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1AD03FFD-B24B-58B6-2331-A6F1520BC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941" y="3251799"/>
            <a:ext cx="6677025" cy="30861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97848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6352"/>
            <a:ext cx="8589441" cy="915629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6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La primera dependencia que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se </a:t>
            </a:r>
            <a:r>
              <a:rPr lang="es-ES">
                <a:latin typeface="Cambria"/>
                <a:ea typeface="Calibri"/>
                <a:cs typeface="Times New Roman"/>
              </a:rPr>
              <a:t>deberá agregar al proyecto es </a:t>
            </a:r>
            <a:r>
              <a:rPr lang="es-ES" err="1">
                <a:highlight>
                  <a:srgbClr val="FFFF00"/>
                </a:highlight>
                <a:latin typeface="Cambria"/>
                <a:ea typeface="Calibri"/>
                <a:cs typeface="Times New Roman"/>
              </a:rPr>
              <a:t>Microsoft.Entity.FrameworkCore</a:t>
            </a:r>
            <a:r>
              <a:rPr lang="es-ES" sz="1800">
                <a:effectLst/>
                <a:highlight>
                  <a:srgbClr val="FFFF00"/>
                </a:highlight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B52F5983-C77B-11DC-85D4-E6A14575A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810" y="3068219"/>
            <a:ext cx="6230608" cy="36257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96485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6352"/>
            <a:ext cx="8589441" cy="915629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7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La segunda dependencia que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se </a:t>
            </a:r>
            <a:r>
              <a:rPr lang="es-ES">
                <a:latin typeface="Cambria"/>
                <a:ea typeface="Calibri"/>
                <a:cs typeface="Times New Roman"/>
              </a:rPr>
              <a:t>va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a </a:t>
            </a:r>
            <a:r>
              <a:rPr lang="es-ES">
                <a:latin typeface="Cambria"/>
                <a:ea typeface="Calibri"/>
                <a:cs typeface="Times New Roman"/>
              </a:rPr>
              <a:t>utilizar en el desarrollo de la práctica es </a:t>
            </a:r>
            <a:r>
              <a:rPr lang="es-ES" err="1">
                <a:highlight>
                  <a:srgbClr val="FFFF00"/>
                </a:highlight>
                <a:latin typeface="Cambria"/>
                <a:ea typeface="Calibri"/>
                <a:cs typeface="Times New Roman"/>
              </a:rPr>
              <a:t>Microsoft.Entity.FrameworkCore.SqlServe</a:t>
            </a:r>
            <a:r>
              <a:rPr lang="es-ES" sz="1800">
                <a:effectLst/>
                <a:highlight>
                  <a:srgbClr val="FFFF00"/>
                </a:highlight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50104DFB-8ABB-65F4-5DD0-88284AE11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428" y="3086099"/>
            <a:ext cx="7674994" cy="35756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65425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8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Se procede a realizar la estructuración del proyecto servidor para lo cual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se </a:t>
            </a:r>
            <a:r>
              <a:rPr lang="es-ES">
                <a:latin typeface="Cambria"/>
                <a:ea typeface="Calibri"/>
                <a:cs typeface="Times New Roman"/>
              </a:rPr>
              <a:t>deberá hacer clic derecho sobre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el </a:t>
            </a:r>
            <a:r>
              <a:rPr lang="es-ES">
                <a:latin typeface="Cambria"/>
                <a:ea typeface="Calibri"/>
                <a:cs typeface="Times New Roman"/>
              </a:rPr>
              <a:t>proyecto, agregar y nueva carpeta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C05681FB-FF38-A503-5A4E-4E1623BCB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702" y="3426932"/>
            <a:ext cx="6322445" cy="30808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5983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910597" cy="3975347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9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Se crean las carpetas </a:t>
            </a:r>
            <a:r>
              <a:rPr lang="es-ES" err="1">
                <a:latin typeface="Cambria"/>
                <a:ea typeface="Calibri"/>
                <a:cs typeface="Times New Roman"/>
              </a:rPr>
              <a:t>ec.edu.monster.controlador</a:t>
            </a:r>
            <a:r>
              <a:rPr lang="es-ES">
                <a:latin typeface="Cambria"/>
                <a:ea typeface="Calibri"/>
                <a:cs typeface="Times New Roman"/>
              </a:rPr>
              <a:t>, </a:t>
            </a:r>
            <a:r>
              <a:rPr lang="es-ES" err="1">
                <a:latin typeface="Cambria"/>
                <a:ea typeface="Calibri"/>
                <a:cs typeface="Times New Roman"/>
              </a:rPr>
              <a:t>ec.edu.monster.modelo</a:t>
            </a:r>
            <a:r>
              <a:rPr lang="es-ES">
                <a:latin typeface="Cambria"/>
                <a:ea typeface="Calibri"/>
                <a:cs typeface="Times New Roman"/>
              </a:rPr>
              <a:t> y </a:t>
            </a:r>
            <a:r>
              <a:rPr lang="es-ES" err="1">
                <a:latin typeface="Cambria"/>
                <a:ea typeface="Calibri"/>
                <a:cs typeface="Times New Roman"/>
              </a:rPr>
              <a:t>ec.edu.monster.servicio</a:t>
            </a:r>
            <a:r>
              <a:rPr lang="es-ES">
                <a:latin typeface="Cambria"/>
                <a:ea typeface="Calibri"/>
                <a:cs typeface="Times New Roman"/>
              </a:rPr>
              <a:t> las cuales son carpetas que permitirán mantener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el </a:t>
            </a:r>
            <a:r>
              <a:rPr lang="es-ES">
                <a:latin typeface="Cambria"/>
                <a:ea typeface="Calibri"/>
                <a:cs typeface="Times New Roman"/>
              </a:rPr>
              <a:t>proyecto escalable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2E960DC8-0CE6-882F-3B74-90BC707FE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721" y="2314845"/>
            <a:ext cx="2905125" cy="3838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91715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54976" cy="3851335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10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Para comenzar con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el </a:t>
            </a:r>
            <a:r>
              <a:rPr lang="es-ES">
                <a:latin typeface="Cambria"/>
                <a:ea typeface="Calibri"/>
                <a:cs typeface="Times New Roman"/>
              </a:rPr>
              <a:t>desarrollo del proyecto servidor se procede a realizar la conexión o configurar la cadena de conexión a la base de datos, para ello se deberá dirigir a la carpeta de BD y crear una clase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de </a:t>
            </a:r>
            <a:r>
              <a:rPr lang="es-ES">
                <a:latin typeface="Cambria"/>
                <a:ea typeface="Calibri"/>
                <a:cs typeface="Times New Roman"/>
              </a:rPr>
              <a:t>conexión.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1F8937AF-7331-9D72-F784-73802B41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932" y="3642774"/>
            <a:ext cx="2762250" cy="9239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00488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782259" cy="3975347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ES">
                <a:latin typeface="Cambria"/>
                <a:ea typeface="Calibri"/>
                <a:cs typeface="Times New Roman"/>
              </a:rPr>
              <a:t>11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Los atributos que deberá contener la clase son los mismos que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se </a:t>
            </a:r>
            <a:r>
              <a:rPr lang="es-ES">
                <a:latin typeface="Cambria"/>
                <a:ea typeface="Calibri"/>
                <a:cs typeface="Times New Roman"/>
              </a:rPr>
              <a:t>encuentran en la tabla “Movimientos”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de la base de datos </a:t>
            </a:r>
            <a:r>
              <a:rPr lang="es-ES">
                <a:latin typeface="Cambria"/>
                <a:ea typeface="Calibri"/>
                <a:cs typeface="Times New Roman"/>
              </a:rPr>
              <a:t>como se muestra a continuación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43E8E2EC-3FD8-4F88-FC09-CCF3B3CE6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669" y="3205072"/>
            <a:ext cx="4343040" cy="23456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10799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878513" cy="3975347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12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Se 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procede a </a:t>
            </a:r>
            <a:r>
              <a:rPr lang="es-ES">
                <a:latin typeface="Cambria"/>
                <a:ea typeface="Calibri"/>
                <a:cs typeface="Times New Roman"/>
              </a:rPr>
              <a:t>codificar el archivo </a:t>
            </a:r>
            <a:r>
              <a:rPr lang="es-ES" err="1">
                <a:latin typeface="Cambria"/>
                <a:ea typeface="Calibri"/>
                <a:cs typeface="Times New Roman"/>
              </a:rPr>
              <a:t>Movimiento.cs</a:t>
            </a:r>
            <a:r>
              <a:rPr lang="es-ES">
                <a:latin typeface="Cambria"/>
                <a:ea typeface="Calibri"/>
                <a:cs typeface="Times New Roman"/>
              </a:rPr>
              <a:t> el cual contiene los mismos atributos de las columnas 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de la </a:t>
            </a:r>
            <a:r>
              <a:rPr lang="es-ES">
                <a:latin typeface="Cambria"/>
                <a:ea typeface="Calibri"/>
                <a:cs typeface="Times New Roman"/>
              </a:rPr>
              <a:t>tabla “Movimiento” de 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la </a:t>
            </a:r>
            <a:r>
              <a:rPr lang="es-ES">
                <a:latin typeface="Cambria"/>
                <a:ea typeface="Calibri"/>
                <a:cs typeface="Times New Roman"/>
              </a:rPr>
              <a:t>base de datos “</a:t>
            </a:r>
            <a:r>
              <a:rPr lang="es-ES" err="1">
                <a:latin typeface="Cambria"/>
                <a:ea typeface="Calibri"/>
                <a:cs typeface="Times New Roman"/>
              </a:rPr>
              <a:t>Eurekabank</a:t>
            </a:r>
            <a:r>
              <a:rPr lang="es-ES">
                <a:latin typeface="Cambria"/>
                <a:ea typeface="Calibri"/>
                <a:cs typeface="Times New Roman"/>
              </a:rPr>
              <a:t>”.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5D9E123B-5E53-2AFF-A74C-89344B1BC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67" y="2840157"/>
            <a:ext cx="4579908" cy="26585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66044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2763739" cy="3975347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13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Se procede a realizar clic derecho sobre la carpeta </a:t>
            </a:r>
            <a:r>
              <a:rPr lang="es-ES" err="1">
                <a:latin typeface="Cambria"/>
                <a:ea typeface="Calibri"/>
                <a:cs typeface="Times New Roman"/>
              </a:rPr>
              <a:t>ec.edu.monster.controlador</a:t>
            </a:r>
            <a:r>
              <a:rPr lang="es-ES">
                <a:latin typeface="Cambria"/>
                <a:ea typeface="Calibri"/>
                <a:cs typeface="Times New Roman"/>
              </a:rPr>
              <a:t>, agregar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, </a:t>
            </a:r>
            <a:r>
              <a:rPr lang="es-ES">
                <a:latin typeface="Cambria"/>
                <a:ea typeface="Calibri"/>
                <a:cs typeface="Times New Roman"/>
              </a:rPr>
              <a:t>y 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seleccionar </a:t>
            </a:r>
            <a:r>
              <a:rPr lang="es-ES">
                <a:latin typeface="Cambria"/>
                <a:ea typeface="Calibri"/>
                <a:cs typeface="Times New Roman"/>
              </a:rPr>
              <a:t>Clase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4BF608A-C174-4A1E-ACFD-8B14BB43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358" y="2875403"/>
            <a:ext cx="4907712" cy="251531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37970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56" y="2180496"/>
            <a:ext cx="2845159" cy="3975347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14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Se </a:t>
            </a:r>
            <a:r>
              <a:rPr lang="es-ES">
                <a:latin typeface="Cambria"/>
                <a:ea typeface="Calibri"/>
                <a:cs typeface="Times New Roman"/>
              </a:rPr>
              <a:t>asigna el nombre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al </a:t>
            </a:r>
            <a:r>
              <a:rPr lang="es-ES">
                <a:latin typeface="Cambria"/>
                <a:ea typeface="Calibri"/>
                <a:cs typeface="Times New Roman"/>
              </a:rPr>
              <a:t>archivo en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este caso </a:t>
            </a:r>
            <a:r>
              <a:rPr lang="es-ES">
                <a:latin typeface="Cambria"/>
                <a:ea typeface="Calibri"/>
                <a:cs typeface="Times New Roman"/>
              </a:rPr>
              <a:t>“</a:t>
            </a:r>
            <a:r>
              <a:rPr lang="es-ES" err="1">
                <a:latin typeface="Cambria"/>
                <a:ea typeface="Calibri"/>
                <a:cs typeface="Times New Roman"/>
              </a:rPr>
              <a:t>EurekaBankContext</a:t>
            </a:r>
            <a:r>
              <a:rPr lang="es-ES">
                <a:latin typeface="Cambria"/>
                <a:ea typeface="Calibri"/>
                <a:cs typeface="Times New Roman"/>
              </a:rPr>
              <a:t>”.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849CBD3-FBDF-507A-D671-1BB6E17B8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58" y="2458527"/>
            <a:ext cx="4933862" cy="340743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2810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013800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15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Una vez creado el elemento 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se procede a </a:t>
            </a:r>
            <a:r>
              <a:rPr lang="es-ES">
                <a:latin typeface="Cambria"/>
                <a:ea typeface="Calibri"/>
                <a:cs typeface="Times New Roman"/>
              </a:rPr>
              <a:t>realizar la codificación haciendo referencia a 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la clase </a:t>
            </a:r>
            <a:r>
              <a:rPr lang="es-ES">
                <a:latin typeface="Cambria"/>
                <a:ea typeface="Calibri"/>
                <a:cs typeface="Times New Roman"/>
              </a:rPr>
              <a:t>Movimiento creado en </a:t>
            </a:r>
            <a:r>
              <a:rPr lang="es-ES">
                <a:effectLst/>
                <a:latin typeface="Cambria"/>
                <a:ea typeface="Calibri"/>
                <a:cs typeface="Times New Roman"/>
              </a:rPr>
              <a:t>la carpeta </a:t>
            </a:r>
            <a:r>
              <a:rPr lang="es-ES">
                <a:latin typeface="Cambria"/>
                <a:ea typeface="Calibri"/>
                <a:cs typeface="Times New Roman"/>
              </a:rPr>
              <a:t>“</a:t>
            </a:r>
            <a:r>
              <a:rPr lang="es-ES" err="1">
                <a:latin typeface="Cambria"/>
                <a:ea typeface="Calibri"/>
                <a:cs typeface="Times New Roman"/>
              </a:rPr>
              <a:t>Mode</a:t>
            </a:r>
            <a:r>
              <a:rPr lang="es-ES">
                <a:latin typeface="Cambria"/>
                <a:ea typeface="Calibri"/>
                <a:cs typeface="Times New Roman"/>
              </a:rPr>
              <a:t>".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5F7A476C-A649-4231-EC6B-4D5AF60D2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509" y="3190712"/>
            <a:ext cx="6599208" cy="338080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787292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16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Una vez </a:t>
            </a:r>
            <a:r>
              <a:rPr lang="es-ES">
                <a:latin typeface="Cambria"/>
                <a:ea typeface="Calibri"/>
                <a:cs typeface="Times New Roman"/>
              </a:rPr>
              <a:t>agregado creado el contexto y agregado el servicio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se procede a </a:t>
            </a:r>
            <a:r>
              <a:rPr lang="es-ES">
                <a:latin typeface="Cambria"/>
                <a:ea typeface="Calibri"/>
                <a:cs typeface="Times New Roman"/>
              </a:rPr>
              <a:t>realizar la codificación de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los </a:t>
            </a:r>
            <a:r>
              <a:rPr lang="es-ES">
                <a:latin typeface="Cambria"/>
                <a:ea typeface="Calibri"/>
                <a:cs typeface="Times New Roman"/>
              </a:rPr>
              <a:t>métodos o servicios REST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, </a:t>
            </a:r>
            <a:r>
              <a:rPr lang="es-ES">
                <a:latin typeface="Cambria"/>
                <a:ea typeface="Calibri"/>
                <a:cs typeface="Times New Roman"/>
              </a:rPr>
              <a:t>para lo cual se deberá hacer clic derecho sobre la carpeta “</a:t>
            </a:r>
            <a:r>
              <a:rPr lang="es-ES" err="1">
                <a:latin typeface="Cambria"/>
                <a:ea typeface="Calibri"/>
                <a:cs typeface="Times New Roman"/>
              </a:rPr>
              <a:t>ec.edu.monster.controlador</a:t>
            </a:r>
            <a:r>
              <a:rPr lang="es-ES">
                <a:latin typeface="Cambria"/>
                <a:ea typeface="Calibri"/>
                <a:cs typeface="Times New Roman"/>
              </a:rPr>
              <a:t>” agregar controlador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ams&#10;&#10;Descripción generada automáticamente">
            <a:extLst>
              <a:ext uri="{FF2B5EF4-FFF2-40B4-BE49-F238E27FC236}">
                <a16:creationId xmlns:a16="http://schemas.microsoft.com/office/drawing/2014/main" id="{333DBA3B-A9D2-50F2-EA1E-3211971E2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75" y="3580861"/>
            <a:ext cx="7810500" cy="10477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6911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17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Seguido de eso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se </a:t>
            </a:r>
            <a:r>
              <a:rPr lang="es-ES">
                <a:latin typeface="Cambria"/>
                <a:ea typeface="Calibri"/>
                <a:cs typeface="Times New Roman"/>
              </a:rPr>
              <a:t>deberá seleccionar el tipo de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elemento </a:t>
            </a:r>
            <a:r>
              <a:rPr lang="es-ES" err="1">
                <a:latin typeface="Cambria"/>
                <a:ea typeface="Calibri"/>
                <a:cs typeface="Times New Roman"/>
              </a:rPr>
              <a:t>Scanffolding</a:t>
            </a:r>
            <a:r>
              <a:rPr lang="es-ES">
                <a:latin typeface="Cambria"/>
                <a:ea typeface="Calibri"/>
                <a:cs typeface="Times New Roman"/>
              </a:rPr>
              <a:t>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que </a:t>
            </a:r>
            <a:r>
              <a:rPr lang="es-ES">
                <a:latin typeface="Cambria"/>
                <a:ea typeface="Calibri"/>
                <a:cs typeface="Times New Roman"/>
              </a:rPr>
              <a:t>se creará, en este caso Controlador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de </a:t>
            </a:r>
            <a:r>
              <a:rPr lang="es-ES">
                <a:latin typeface="Cambria"/>
                <a:ea typeface="Calibri"/>
                <a:cs typeface="Times New Roman"/>
              </a:rPr>
              <a:t>API: en blanco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62931A3B-2443-F1E4-72C8-EEAAD7476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756" y="2859206"/>
            <a:ext cx="7011658" cy="364124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18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Se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procede a </a:t>
            </a:r>
            <a:r>
              <a:rPr lang="es-ES">
                <a:latin typeface="Cambria"/>
                <a:ea typeface="Calibri"/>
                <a:cs typeface="Times New Roman"/>
              </a:rPr>
              <a:t>realizar la asignación del nombre al controlador en este caso </a:t>
            </a:r>
            <a:r>
              <a:rPr lang="es-ES" err="1">
                <a:latin typeface="Cambria"/>
                <a:ea typeface="Calibri"/>
                <a:cs typeface="Times New Roman"/>
              </a:rPr>
              <a:t>MovimientoController.cs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45D2C629-1AAC-CCCB-6668-9BBC850F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914" y="3050695"/>
            <a:ext cx="5029380" cy="35170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19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El siguiente método o servicio permite obtener todos los registros de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la </a:t>
            </a:r>
            <a:r>
              <a:rPr lang="es-ES">
                <a:latin typeface="Cambria"/>
                <a:ea typeface="Calibri"/>
                <a:cs typeface="Times New Roman"/>
              </a:rPr>
              <a:t>tabla “Movimientos”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9B7E0758-585A-4C08-DB1E-E0C736286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19" y="3606589"/>
            <a:ext cx="8597661" cy="23046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/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20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Servicio que permite obtener la información de los movimientos de una cuenta en específico.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1651E2C0-9595-D61A-2EA2-2FCD98E03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36" y="3432685"/>
            <a:ext cx="8585978" cy="155976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99295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 fontScale="925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21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Para realizar la prueba de los servicios se procede a ejecutar el proyecto servidor, y hacer uso de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la </a:t>
            </a:r>
            <a:r>
              <a:rPr lang="es-ES">
                <a:latin typeface="Cambria"/>
                <a:ea typeface="Calibri"/>
                <a:cs typeface="Times New Roman"/>
              </a:rPr>
              <a:t>interfaz gráfica que se proporciona para probar los mismos.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EC0212B-FF89-51A6-F8AE-6EF279977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73" y="3128080"/>
            <a:ext cx="6570454" cy="32185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8248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 fontScale="925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21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Para realizar la prueba de los servicios se procede a ejecutar el proyecto servidor, y hacer uso de 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la </a:t>
            </a:r>
            <a:r>
              <a:rPr lang="es-ES">
                <a:latin typeface="Cambria"/>
                <a:ea typeface="Calibri"/>
                <a:cs typeface="Times New Roman"/>
              </a:rPr>
              <a:t>interfaz gráfica que se proporciona para probar los mismos.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64AA22D-B8A5-6730-050D-0FA395E7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84" y="2998686"/>
            <a:ext cx="7203057" cy="34341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03954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22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Prueba del servicio </a:t>
            </a:r>
            <a:r>
              <a:rPr lang="es-ES" err="1">
                <a:latin typeface="Cambria"/>
                <a:ea typeface="Calibri"/>
                <a:cs typeface="Times New Roman"/>
              </a:rPr>
              <a:t>GetMovimientos</a:t>
            </a:r>
            <a:r>
              <a:rPr lang="es-ES">
                <a:latin typeface="Cambria"/>
                <a:ea typeface="Calibri"/>
                <a:cs typeface="Times New Roman"/>
              </a:rPr>
              <a:t> </a:t>
            </a:r>
            <a:endParaRPr lang="es-ES" sz="1800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27D9EAD3-2D39-CBB4-4B4F-83D2B490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61" y="2998684"/>
            <a:ext cx="7174303" cy="34485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52900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/>
                <a:ea typeface="Calibri"/>
                <a:cs typeface="Times New Roman"/>
              </a:rPr>
              <a:t>21</a:t>
            </a:r>
            <a:r>
              <a:rPr lang="es-ES" sz="18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>
                <a:latin typeface="Cambria"/>
                <a:ea typeface="Calibri"/>
                <a:cs typeface="Times New Roman"/>
              </a:rPr>
              <a:t>Prueba del servicio </a:t>
            </a:r>
            <a:r>
              <a:rPr lang="es-ES" err="1">
                <a:latin typeface="Cambria"/>
                <a:ea typeface="Calibri"/>
                <a:cs typeface="Times New Roman"/>
              </a:rPr>
              <a:t>RealizarMovimientos</a:t>
            </a:r>
            <a:endParaRPr lang="es-ES" sz="1800" err="1">
              <a:effectLst/>
              <a:latin typeface="Cambria"/>
              <a:ea typeface="Calibri"/>
              <a:cs typeface="Times New Roman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, Correo electrónico, Teams&#10;&#10;Descripción generada automáticamente">
            <a:extLst>
              <a:ext uri="{FF2B5EF4-FFF2-40B4-BE49-F238E27FC236}">
                <a16:creationId xmlns:a16="http://schemas.microsoft.com/office/drawing/2014/main" id="{95D488FB-1C70-903D-4B26-6482903B9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4" y="2811780"/>
            <a:ext cx="7418718" cy="363545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273476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	CREACIÓN DEL PROYECTO – CLIENTE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Se creará un proyecto del tipo consola .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 Framework 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se brindará el nombre y la ubicación del 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D45640-C8A7-9CF2-839F-63354CF3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9" y="3073143"/>
            <a:ext cx="5205379" cy="337861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Finalmente se tiene la siguiente estructura inicial del proyecto.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025461-8791-CCB0-BBBE-C6D1AD4FF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14" y="2973517"/>
            <a:ext cx="5672483" cy="26142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Para agregar el servicio se debe dar clic derecho sobre el proyecto y seleccionar la opción agregar nueva referencia de servicio.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6BCDD1-405F-DD6D-6ADF-D9A872BBF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232" y="2925101"/>
            <a:ext cx="6890426" cy="323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En la clase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EurekabankView.cs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agregarán aquellos métodos que logren conectar la vista con los métodos del servidor como se indica a continuación.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9E3744-6A5C-9024-FCED-33BFAAC83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474" y="3204878"/>
            <a:ext cx="6720090" cy="325428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la ejecución del cliente consola se 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desplegará un formulario para realizar la consulta de los movimientos de un número de cuenta.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05435" marR="0" lvl="0" indent="-30543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  <a:endParaRPr lang="es-ES">
              <a:ea typeface="+mn-ea"/>
              <a:cs typeface="+mn-cs"/>
            </a:endParaRPr>
          </a:p>
          <a:p>
            <a:pPr marL="305435" marR="0" lvl="0" indent="-30543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Gill Sans MT" panose="020B0502020104020203"/>
            </a:endParaRP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 CONSOLA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762635" lvl="1" indent="-305435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305435" marR="0" lvl="0" indent="-30543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305435" marR="0" lvl="0" indent="-30543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  <a:p>
            <a:pPr marL="305435" marR="0" lvl="0" indent="-30543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  <a:endParaRPr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</a:endParaRP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9E870187-7E7F-1F1F-3F0F-A30A455C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37" y="2973517"/>
            <a:ext cx="6923689" cy="33094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77345"/>
            <a:ext cx="8368255" cy="66555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La vista de Registrar Deposito desplegará un formulario para llenar el campo Cuenta y la cantidad de importe.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9DB00FFE-6F0C-67CB-C9AC-5192028D7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15" y="2871631"/>
            <a:ext cx="7001739" cy="348976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comenzar con la creación del proyecto cliente escritorio, se deberá ingresar a Visual Studio 2022 y crear nuevo proyecto del tipo Aplicación WPF de .NET 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EF8509-6D81-1C8B-5E8F-523D8AA5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408" y="2975255"/>
            <a:ext cx="5283200" cy="3460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Estructura Inicial del 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48D09B7D-85B8-6051-7E6D-579C6D9A5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562" y="3120268"/>
            <a:ext cx="5140891" cy="250661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Creaci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ón de la clase controlador de inicio de sesión.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073F4C06-CA18-9D5F-042A-A6CA8628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910" y="2684747"/>
            <a:ext cx="4559211" cy="33827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Creación vista Movimientos.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14C17599-597E-AEEF-DE09-0BA464477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64" y="2893840"/>
            <a:ext cx="7893561" cy="29645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 Principal Aplicación Escritorio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C81F162-1AA7-E584-E40C-6E3307EF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245" y="2323668"/>
            <a:ext cx="342900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Movimientos Escritorio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65F4E54E-7A41-B252-7098-4F690F148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07" y="2510704"/>
            <a:ext cx="5321878" cy="323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Pestaña Depósitos.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DE789AAD-E8F2-738B-4559-967E79695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361" y="2136197"/>
            <a:ext cx="4465494" cy="423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</a:t>
            </a:r>
            <a:r>
              <a:rPr lang="es-MX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comenzar con la creación del proyecto cliente web, se deberá ingresar a Visual Studio 2022 y crear nuevo proyecto del tipo Aplicación de web Core (MVC).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2C3684E-29CB-2CC3-54E1-B278B04EE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58" y="3543622"/>
            <a:ext cx="4336800" cy="283376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50406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Estructura Inicial WEB.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3BE7B966-B837-DD74-D732-A1236B404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89" y="2855180"/>
            <a:ext cx="3252301" cy="364937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Creación modelo de inicio de sesión.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4D7019-48ED-9AF3-52F4-E4AFA080A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54" y="3103883"/>
            <a:ext cx="7054101" cy="29139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20EA554-3B9D-3E5E-6E11-E83E6E2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9672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Creación modelo movimiento.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7E8BF0-A916-4CCF-A37A-D9A47FAE0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15" y="3005847"/>
            <a:ext cx="7357816" cy="292733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544407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CC3656A-848C-00F7-F76B-28A81CEDD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169" y="1530173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Creación vista de inicio de sesión.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4E5F142-4248-33FC-4A2D-D242F09F9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95" y="3110543"/>
            <a:ext cx="7320100" cy="291087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439621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056D-8189-654C-93A8-4B3D13D6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1C18D-3FDF-6D05-BA54-A33A0F0F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71A08B9-4949-C3DF-22D5-E8F48D788E45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94C134-8B14-C720-4AEC-3560417D2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169" y="1530173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Creación vista de menú.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98DDB30B-8EE1-E102-EB84-1CB2BA6EB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72" y="2975989"/>
            <a:ext cx="7944769" cy="317985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761674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31C85-7CAA-514C-229C-ED0FEB80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F232C-9D64-5668-534F-DAA098A6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8CFDC7-F84F-54D4-A44D-1FC3111222F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C345B37-8DCA-FB10-776E-246B43FDC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169" y="1530173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Creación vista de tipos de movimientos.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B50A07-0F7E-ADEA-97AC-586784B33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59" y="2768726"/>
            <a:ext cx="7969157" cy="372617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630898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FC62E4C-3FB6-9505-6778-07DB69A94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034" y="1350064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Creación vista de movimientos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33AB4002-505B-A123-B54C-1683F4458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87" y="2676814"/>
            <a:ext cx="7449550" cy="34790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591170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670B-C307-D063-AE8E-FA31E905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A9842-FC63-5C67-A067-F326CC7E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EF345A-058E-6452-8102-5B9DBEDED09A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9732F6C-E899-5BFB-C3E4-5E116048C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034" y="1350064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Creación controlador de inicio de sesión.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22374FDD-E910-359C-99D4-54EBC7A9C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35" y="2792844"/>
            <a:ext cx="7276651" cy="327267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612237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E366-8343-4A97-2929-CF512D99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137D9-ED5D-B6DC-0E9D-B1D466B3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749BFA-CD17-9266-B71F-BA70D90E2434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0985475-898F-4767-C288-3466A389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034" y="1350064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Creación controlador de menú.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22A8E9E5-9F7B-B3A1-E3B2-41F816DD1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44" y="2932058"/>
            <a:ext cx="7141202" cy="322378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191932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193C-0CCA-E24E-FA59-16F23A032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B068A-052B-FE0A-65DE-15ACB75A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FEF251-4454-318C-C80D-3DE01F6F53D4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1E5299F-9BB0-EA05-7E20-636B4D2A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034" y="1350064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Creación controlador de movimientos.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3A14F9BE-BD4E-A780-6D6B-374240EDD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90" y="2642724"/>
            <a:ext cx="7709825" cy="35131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974270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Pestaña Principal Web</a:t>
            </a:r>
          </a:p>
        </p:txBody>
      </p:sp>
      <p:pic>
        <p:nvPicPr>
          <p:cNvPr id="3" name="Imagen 2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EE0DB3B4-4A6B-2558-4691-5D16461F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172" y="2600376"/>
            <a:ext cx="5915011" cy="317008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477" y="1980410"/>
            <a:ext cx="6451906" cy="8754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Pestaña principal del menú. </a:t>
            </a:r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8B0A270-41CB-4D23-E1F4-8293BE99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082" y="3120267"/>
            <a:ext cx="6959588" cy="229803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15.	Pestaña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</a:t>
            </a: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Correcto</a:t>
            </a:r>
          </a:p>
        </p:txBody>
      </p:sp>
      <p:pic>
        <p:nvPicPr>
          <p:cNvPr id="3" name="Imagen 2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E19DE21D-8D68-671B-522B-32ABD584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331" y="2610478"/>
            <a:ext cx="6019852" cy="322653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780296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75C3-44F7-9A9C-09E0-4176DB9A5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78D84-FEC8-408F-CB4B-22F606E1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08C0FC-EDF1-172C-50C8-48CFF97D5CE7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F9F1B08-6815-CBE7-87C0-D263C543B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219942"/>
            <a:ext cx="267462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16.	Pestaña 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lista de movimientos que se han realizado.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5F7A8CBE-155F-16D4-0242-7C273D87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470" y="2833505"/>
            <a:ext cx="5346677" cy="285983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38463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Estructura cliente móvil, MVC. </a:t>
            </a:r>
          </a:p>
        </p:txBody>
      </p:sp>
      <p:pic>
        <p:nvPicPr>
          <p:cNvPr id="3" name="Imagen 2" descr="Interfaz de usuario gráfica, Texto, Aplicación&#10;&#10;Descripción generada automáticamente con confianza media">
            <a:extLst>
              <a:ext uri="{FF2B5EF4-FFF2-40B4-BE49-F238E27FC236}">
                <a16:creationId xmlns:a16="http://schemas.microsoft.com/office/drawing/2014/main" id="{1A65891B-C121-C8A8-EBC4-66EF3BED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728" y="3124200"/>
            <a:ext cx="3537655" cy="24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/>
                <a:ea typeface="Calibri"/>
                <a:cs typeface="Times New Roman"/>
              </a:rPr>
              <a:t>2</a:t>
            </a:r>
            <a:r>
              <a:rPr lang="es-ES" sz="20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 sz="2000">
                <a:latin typeface="Cambria"/>
                <a:ea typeface="Calibri"/>
                <a:cs typeface="Times New Roman"/>
              </a:rPr>
              <a:t>Creación del Controlador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209AA764-DF6F-8352-A9AB-7D77AB42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94" y="3132124"/>
            <a:ext cx="8453887" cy="30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/>
                <a:ea typeface="Calibri"/>
                <a:cs typeface="Times New Roman"/>
              </a:rPr>
              <a:t>2</a:t>
            </a:r>
            <a:r>
              <a:rPr lang="es-ES" sz="20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 sz="2000">
                <a:latin typeface="Cambria"/>
                <a:ea typeface="Calibri"/>
                <a:cs typeface="Times New Roman"/>
              </a:rPr>
              <a:t>Creación del Modelo Movimiento.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DC65CD33-0E1C-0BA5-ED52-FB2673CD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37" y="2923132"/>
            <a:ext cx="8266981" cy="37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508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/>
                <a:ea typeface="Calibri"/>
                <a:cs typeface="Times New Roman"/>
              </a:rPr>
              <a:t>2</a:t>
            </a:r>
            <a:r>
              <a:rPr lang="es-ES" sz="20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 sz="2000">
                <a:latin typeface="Cambria"/>
                <a:ea typeface="Calibri"/>
                <a:cs typeface="Times New Roman"/>
              </a:rPr>
              <a:t>Codificación del Modelo Movimiento.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C661A04E-1F8E-DAFC-EC6A-4F4D2C263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114" y="2744009"/>
            <a:ext cx="5452792" cy="361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297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/>
                <a:ea typeface="Calibri"/>
                <a:cs typeface="Times New Roman"/>
              </a:rPr>
              <a:t>2</a:t>
            </a:r>
            <a:r>
              <a:rPr lang="es-ES" sz="20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 sz="2000">
                <a:latin typeface="Cambria"/>
                <a:ea typeface="Calibri"/>
                <a:cs typeface="Times New Roman"/>
              </a:rPr>
              <a:t>Creación de vista deposito, menú y movimiento.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38B688-BF1F-E33F-0036-78DA618EA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141" y="3188539"/>
            <a:ext cx="3152775" cy="27813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EFAB42-4D30-F586-625E-FE5C4ACBA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985" y="4020269"/>
            <a:ext cx="25812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97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/>
                <a:ea typeface="Calibri"/>
                <a:cs typeface="Times New Roman"/>
              </a:rPr>
              <a:t>2</a:t>
            </a:r>
            <a:r>
              <a:rPr lang="es-ES" sz="2000">
                <a:effectLst/>
                <a:latin typeface="Cambria"/>
                <a:ea typeface="Calibri"/>
                <a:cs typeface="Times New Roman"/>
              </a:rPr>
              <a:t>.	</a:t>
            </a:r>
            <a:r>
              <a:rPr lang="es-ES" sz="2000">
                <a:latin typeface="Cambria"/>
                <a:ea typeface="Calibri"/>
                <a:cs typeface="Times New Roman"/>
              </a:rPr>
              <a:t>Codificación del Menú.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1FF48D34-2856-949E-FEA3-CB22B5FD4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50" y="2918602"/>
            <a:ext cx="5684550" cy="363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084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</a:t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A3437F9-AB22-ECBA-7BD3-4E67BCFC9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808288"/>
            <a:ext cx="1752600" cy="3730625"/>
          </a:xfrm>
          <a:prstGeom prst="rect">
            <a:avLst/>
          </a:prstGeom>
        </p:spPr>
      </p:pic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9EE510D-73A9-4150-E1BF-A9C39F12A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213" y="2806700"/>
            <a:ext cx="1743075" cy="3733800"/>
          </a:xfrm>
          <a:prstGeom prst="rect">
            <a:avLst/>
          </a:prstGeom>
        </p:spPr>
      </p:pic>
      <p:pic>
        <p:nvPicPr>
          <p:cNvPr id="10" name="Imagen 9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BA67BC01-1B6D-7C35-D0DA-4D4813050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3599180"/>
            <a:ext cx="4762500" cy="21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adopción de un protocolo estandarizado como SOAP, que especifica el envío y recepción de mensajes, ofrece ventajas en términos de robustez y seguridad, aunque es más estricto y pesado que REST.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Utilizar exclusivamente tecnologías .NET para el servidor y los clientes asegura una mayor cohesión y uniformidad en el desarrollo, facilitando la transferencia de conocimientos y mejorando la colaboración dentro del equipo.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ecosistema integral de .NET, que incluye herramientas y bibliotecas maduras y bien soportadas, es beneficioso para el desarrollo en múltiples plataformas, como web, escritorio, móvil y consola.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00664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Explorar las capacidades integradas de Visual Studio para desarrollar y consumir servicios SOAP utilizando WCF (Windows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Foundation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aprovechando los asistentes y plantillas que simplifican esta tarea.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Desplegar los servicios SOAP en servidores de aplicaciones como IIS (Internet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permiten una mejor integración con el ecosistema .NET y Visual Studio.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Fomentar 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uso de herramientas y recursos de .NET para mantener la coherencia y eficiencia en el desarrollo, lo que facilita la gestión y el mantenimiento de los servicios a lo largo del tiempo.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/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	«Desarrollo y servicios Web.,» 26 SEP 2019. [En línea].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http://www.eumed.net/tesis-doctorales/2007/cavl/Desarrollo%20y%20servicios%20Web.htm. .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	M.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Rodríguez, “SOA vs. SOAP y REST”, Adictos al trabajo, 2014. . 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- CLIENTE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4921</Words>
  <Application>Microsoft Office PowerPoint</Application>
  <PresentationFormat>Panorámica</PresentationFormat>
  <Paragraphs>1084</Paragraphs>
  <Slides>73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73</vt:i4>
      </vt:variant>
    </vt:vector>
  </HeadingPairs>
  <TitlesOfParts>
    <vt:vector size="78" baseType="lpstr">
      <vt:lpstr>Cambria</vt:lpstr>
      <vt:lpstr>Gill Sans MT</vt:lpstr>
      <vt:lpstr>Symbol</vt:lpstr>
      <vt:lpstr>Wingdings 2</vt:lpstr>
      <vt:lpstr>Dividendo</vt:lpstr>
      <vt:lpstr>MANUAL EUREKA BANK CON SOAP Y BASE DE DATOS- .NET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Aplicación web con MVC implementado en JAVA Caso Practico Saltos “MONSTER”</dc:title>
  <dc:creator>Michael Villarruel</dc:creator>
  <cp:lastModifiedBy>GENESIS ISABEL CALAPAQUI PORTILLA</cp:lastModifiedBy>
  <cp:revision>1</cp:revision>
  <dcterms:created xsi:type="dcterms:W3CDTF">2020-08-13T07:15:02Z</dcterms:created>
  <dcterms:modified xsi:type="dcterms:W3CDTF">2024-12-12T05:00:17Z</dcterms:modified>
</cp:coreProperties>
</file>