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88" r:id="rId15"/>
    <p:sldId id="346" r:id="rId16"/>
    <p:sldId id="389" r:id="rId17"/>
    <p:sldId id="347" r:id="rId18"/>
    <p:sldId id="350" r:id="rId19"/>
    <p:sldId id="352" r:id="rId20"/>
    <p:sldId id="353" r:id="rId21"/>
    <p:sldId id="354" r:id="rId22"/>
    <p:sldId id="358" r:id="rId23"/>
    <p:sldId id="385" r:id="rId24"/>
    <p:sldId id="386" r:id="rId25"/>
    <p:sldId id="360" r:id="rId26"/>
    <p:sldId id="362" r:id="rId27"/>
    <p:sldId id="397" r:id="rId28"/>
    <p:sldId id="363" r:id="rId29"/>
    <p:sldId id="364" r:id="rId30"/>
    <p:sldId id="365" r:id="rId31"/>
    <p:sldId id="366" r:id="rId32"/>
    <p:sldId id="384" r:id="rId33"/>
    <p:sldId id="367" r:id="rId34"/>
    <p:sldId id="390" r:id="rId35"/>
    <p:sldId id="369" r:id="rId36"/>
    <p:sldId id="396" r:id="rId37"/>
    <p:sldId id="368" r:id="rId38"/>
    <p:sldId id="370" r:id="rId39"/>
    <p:sldId id="371" r:id="rId40"/>
    <p:sldId id="373" r:id="rId41"/>
    <p:sldId id="377" r:id="rId42"/>
    <p:sldId id="392" r:id="rId43"/>
    <p:sldId id="391" r:id="rId44"/>
    <p:sldId id="378" r:id="rId45"/>
    <p:sldId id="393" r:id="rId46"/>
    <p:sldId id="395" r:id="rId47"/>
    <p:sldId id="394" r:id="rId48"/>
    <p:sldId id="380" r:id="rId49"/>
    <p:sldId id="381" r:id="rId50"/>
    <p:sldId id="383" r:id="rId51"/>
    <p:sldId id="398" r:id="rId52"/>
    <p:sldId id="324" r:id="rId53"/>
    <p:sldId id="262" r:id="rId54"/>
    <p:sldId id="263" r:id="rId5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D19C7-F1EC-4D5F-9C76-F74DA3CC7861}" v="1" dt="2024-12-14T04:49:17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SIS ISABEL CALAPAQUI PORTILLA" userId="5cf9098d-9cef-4576-a344-6111a9585f0f" providerId="ADAL" clId="{495D19C7-F1EC-4D5F-9C76-F74DA3CC7861}"/>
    <pc:docChg chg="custSel modSld">
      <pc:chgData name="GENESIS ISABEL CALAPAQUI PORTILLA" userId="5cf9098d-9cef-4576-a344-6111a9585f0f" providerId="ADAL" clId="{495D19C7-F1EC-4D5F-9C76-F74DA3CC7861}" dt="2024-12-14T04:49:17.923" v="1" actId="27636"/>
      <pc:docMkLst>
        <pc:docMk/>
      </pc:docMkLst>
      <pc:sldChg chg="modSp mod">
        <pc:chgData name="GENESIS ISABEL CALAPAQUI PORTILLA" userId="5cf9098d-9cef-4576-a344-6111a9585f0f" providerId="ADAL" clId="{495D19C7-F1EC-4D5F-9C76-F74DA3CC7861}" dt="2024-12-14T04:49:17.923" v="1" actId="27636"/>
        <pc:sldMkLst>
          <pc:docMk/>
          <pc:sldMk cId="749377129" sldId="259"/>
        </pc:sldMkLst>
        <pc:spChg chg="mod">
          <ac:chgData name="GENESIS ISABEL CALAPAQUI PORTILLA" userId="5cf9098d-9cef-4576-a344-6111a9585f0f" providerId="ADAL" clId="{495D19C7-F1EC-4D5F-9C76-F74DA3CC7861}" dt="2024-12-14T04:49:17.923" v="1" actId="27636"/>
          <ac:spMkLst>
            <pc:docMk/>
            <pc:sldMk cId="749377129" sldId="259"/>
            <ac:spMk id="3" creationId="{E7FCC8BE-29CF-4C4C-BE9D-AC08DC5E481A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141142147" sldId="261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141142147" sldId="26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79576126" sldId="262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79576126" sldId="262"/>
            <ac:spMk id="5" creationId="{054452AF-173F-4A3B-AAAA-2E1E26784C6F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514226432" sldId="26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514226432" sldId="263"/>
            <ac:spMk id="3" creationId="{DB0FD96C-3240-4673-A01D-AB9F82CF6BCE}"/>
          </ac:spMkLst>
        </pc:spChg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514226432" sldId="263"/>
            <ac:spMk id="5" creationId="{1C9745E7-07CB-4EAD-AB25-DF4CD32FFD3F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891991657" sldId="32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891991657" sldId="32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865893597" sldId="325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865893597" sldId="32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372064775" sldId="326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372064775" sldId="32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570658669" sldId="327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570658669" sldId="32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97457025" sldId="32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97457025" sldId="32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559156449" sldId="329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559156449" sldId="329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663893953" sldId="331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663893953" sldId="33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4261152526" sldId="332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4261152526" sldId="33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065198200" sldId="33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065198200" sldId="33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070467638" sldId="33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070467638" sldId="33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326254396" sldId="34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326254396" sldId="34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478630053" sldId="346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478630053" sldId="34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310875422" sldId="347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310875422" sldId="34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802611624" sldId="350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802611624" sldId="35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048556783" sldId="352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048556783" sldId="35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022546901" sldId="35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022546901" sldId="35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460837190" sldId="35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460837190" sldId="35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96770226" sldId="35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96770226" sldId="35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41034882" sldId="360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41034882" sldId="36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563100257" sldId="362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563100257" sldId="36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4057489758" sldId="36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4057489758" sldId="36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202720890" sldId="36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202720890" sldId="36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493150460" sldId="365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493150460" sldId="36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921519402" sldId="366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921519402" sldId="36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795099191" sldId="367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795099191" sldId="36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037220131" sldId="36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037220131" sldId="36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132145110" sldId="369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132145110" sldId="369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022903355" sldId="370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022903355" sldId="37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320291172" sldId="371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320291172" sldId="37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73835740" sldId="37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73835740" sldId="37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504871624" sldId="377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504871624" sldId="37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598552259" sldId="37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598552259" sldId="37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78960470" sldId="380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78960470" sldId="38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247966254" sldId="381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247966254" sldId="38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756267404" sldId="38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756267404" sldId="38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6210345" sldId="38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6210345" sldId="38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944665658" sldId="385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944665658" sldId="38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655309640" sldId="386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655309640" sldId="38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4219739472" sldId="38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4219739472" sldId="38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453462132" sldId="389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453462132" sldId="389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593954429" sldId="390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593954429" sldId="390"/>
            <ac:spMk id="5" creationId="{A71864AC-A1FE-B2BF-74E7-1F53BD65CFD9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084003233" sldId="391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084003233" sldId="391"/>
            <ac:spMk id="5" creationId="{955B3317-6EC0-5B98-F9B2-C2FF428F7BBC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727626883" sldId="392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727626883" sldId="392"/>
            <ac:spMk id="5" creationId="{625D4DE1-8B46-498E-9F59-3883388A4BA8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3234084839" sldId="393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3234084839" sldId="393"/>
            <ac:spMk id="5" creationId="{2B0DADFE-B585-F510-F126-3D15B8338107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567828443" sldId="394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567828443" sldId="394"/>
            <ac:spMk id="5" creationId="{178C7E44-4CF1-6114-C533-43E6E68D5824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21939669" sldId="395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21939669" sldId="395"/>
            <ac:spMk id="5" creationId="{13BE472B-66C0-E14A-9938-4F3A89B1922C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2834726773" sldId="396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2834726773" sldId="396"/>
            <ac:spMk id="5" creationId="{D1322449-9BBC-1AD7-4200-5E9866AEB7F0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721166926" sldId="397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721166926" sldId="397"/>
            <ac:spMk id="5" creationId="{41D4DF3E-0AEE-F25C-19A4-A02656D96D0E}"/>
          </ac:spMkLst>
        </pc:spChg>
      </pc:sldChg>
      <pc:sldChg chg="modSp">
        <pc:chgData name="GENESIS ISABEL CALAPAQUI PORTILLA" userId="5cf9098d-9cef-4576-a344-6111a9585f0f" providerId="ADAL" clId="{495D19C7-F1EC-4D5F-9C76-F74DA3CC7861}" dt="2024-12-14T04:49:17.876" v="0"/>
        <pc:sldMkLst>
          <pc:docMk/>
          <pc:sldMk cId="1467811850" sldId="398"/>
        </pc:sldMkLst>
        <pc:spChg chg="mod">
          <ac:chgData name="GENESIS ISABEL CALAPAQUI PORTILLA" userId="5cf9098d-9cef-4576-a344-6111a9585f0f" providerId="ADAL" clId="{495D19C7-F1EC-4D5F-9C76-F74DA3CC7861}" dt="2024-12-14T04:49:17.876" v="0"/>
          <ac:spMkLst>
            <pc:docMk/>
            <pc:sldMk cId="1467811850" sldId="398"/>
            <ac:spMk id="5" creationId="{FBBFB585-800D-748A-B718-8FDD3CCC1A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MANUAL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EUREKA BANK CON REST Y BASE DE DATOS-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</p:spPr>
        <p:txBody>
          <a:bodyPr>
            <a:norm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Integrantes:</a:t>
            </a:r>
            <a:r>
              <a:rPr lang="es-EC" dirty="0">
                <a:solidFill>
                  <a:schemeClr val="bg1"/>
                </a:solidFill>
              </a:rPr>
              <a:t> 	</a:t>
            </a:r>
          </a:p>
          <a:p>
            <a:r>
              <a:rPr lang="es-EC">
                <a:solidFill>
                  <a:schemeClr val="bg1"/>
                </a:solidFill>
              </a:rPr>
              <a:t>ANDRANGO CHRISTIAN</a:t>
            </a:r>
          </a:p>
          <a:p>
            <a:r>
              <a:rPr lang="es-EC" dirty="0">
                <a:solidFill>
                  <a:schemeClr val="bg1"/>
                </a:solidFill>
              </a:rPr>
              <a:t>CALAPAQUI GENESIS</a:t>
            </a:r>
          </a:p>
          <a:p>
            <a:r>
              <a:rPr lang="es-EC" dirty="0">
                <a:solidFill>
                  <a:schemeClr val="bg1"/>
                </a:solidFill>
              </a:rPr>
              <a:t>QUILUMBAQUIN JAIRO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09</a:t>
            </a:r>
            <a:r>
              <a:rPr lang="es-EC" b="1" dirty="0">
                <a:solidFill>
                  <a:prstClr val="white"/>
                </a:solidFill>
                <a:latin typeface="Gill Sans MT" panose="020B0502020104020203"/>
              </a:rPr>
              <a:t>/12/2024</a:t>
            </a:r>
            <a:endParaRPr lang="es-EC" dirty="0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MODELO CONCEPTUAL DE LA BASE DE DATOS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CREAR BASE DE DATOS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CREACIÓN DEL </a:t>
            </a:r>
            <a:r>
              <a:rPr lang="es-ES">
                <a:solidFill>
                  <a:schemeClr val="bg1"/>
                </a:solidFill>
              </a:rPr>
              <a:t>SERVIDOR REST</a:t>
            </a:r>
            <a:endParaRPr lang="es-ES" dirty="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CREAR BASE DE DATOS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</a:t>
            </a:r>
            <a:r>
              <a:rPr lang="es-ES" sz="1800">
                <a:solidFill>
                  <a:schemeClr val="bg1"/>
                </a:solidFill>
              </a:rPr>
              <a:t>SERVIDOR REST</a:t>
            </a:r>
            <a:endParaRPr lang="es-ES" sz="1800" dirty="0">
              <a:solidFill>
                <a:schemeClr val="bg1"/>
              </a:solidFill>
            </a:endParaRP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REST mediante JAVA para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Al abrir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SQL, se seleccionará el nombre del servidor en el cual se alojará la base de datos y se procede a conectar.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Para usar la base de datos,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debemos escribir el siguiente comando. 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procede a abrir nuestro script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Crea_DB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su contenido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PEGAMOS en la consola. Usando el comando show tables verificamos que todo esta OK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6165D6-A312-2B09-A3FC-6E7991BA8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C78004C-7295-F727-7FCA-05657A179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Ahora para insertar datos deberemos usar nuestro script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Carga_Datos.sql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y PEGAMOS su contenido en nuestra consola y verificamos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CCEA1D-D3E7-FCAE-AB01-3CFCC2846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80" y="3128211"/>
            <a:ext cx="5456847" cy="276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REST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El siguiente paso del proyecto es crear el servidor de la aplicación, recordando que este debe ser necesariamente web, además de que debe ser creado y guardado en la carpeta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WS_EurekaBankS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crea entonces un proyecto seleccionando la opción File &gt; New Project.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5A8FBC-8D32-19C0-ADC3-A6710B92B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165" y="3429000"/>
            <a:ext cx="4223132" cy="2848032"/>
          </a:xfrm>
          <a:prstGeom prst="rect">
            <a:avLst/>
          </a:prstGeom>
        </p:spPr>
      </p:pic>
      <p:pic>
        <p:nvPicPr>
          <p:cNvPr id="9" name="Imagen 8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FECC8FA-F7CB-EBAC-18EE-22E4DC41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29" y="3553325"/>
            <a:ext cx="3200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Luego ajustar las configuraciones del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98EF9D5-8DB7-56CB-393F-D4D94FD5D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257247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salta la ventana de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dejando todo por defecto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3B2A84E-391C-78B0-31BD-ECEC09F0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Se verifica que todo salió bien cuando en el IDE se muestra el siguiente archivo.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7FB155F-8765-476C-848F-6C528151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48" y="2988183"/>
            <a:ext cx="6235323" cy="331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Como siguiente paso, se crean los paquetes necesarios para la aplicación basándose en MVC, los cuales son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modelo, vista, controlador, prueba, servicio y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la creación de un paquete se debe realizar lo siguiente, después todos los paquetes que se quieran crear siguen la misma lógica, iniciando por la selección de la carpeta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presionando clic derecho para luego escoger la opción New &gt; Java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2E061B5-2DB6-A06E-C9DC-D1FD3FE6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281" y="4302593"/>
            <a:ext cx="3752215" cy="126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82037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AccesoDB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conexión a la base de datos.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A5F1532-5C2E-AEC2-3AE4-308DE7D4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47" y="2768600"/>
            <a:ext cx="4180840" cy="825500"/>
          </a:xfrm>
          <a:prstGeom prst="rect">
            <a:avLst/>
          </a:prstGeom>
        </p:spPr>
      </p:pic>
      <p:pic>
        <p:nvPicPr>
          <p:cNvPr id="8" name="Imagen 7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E967406D-3357-8151-6854-BDAF9C63F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443" y="3745891"/>
            <a:ext cx="5400040" cy="27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39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Se procede a codificar la nueva clase llamada Movimiento, creada la clase movimiento, se procede a implementar los servicios, para ello se crea una nueva clase llamada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921FF03-BCE7-D8EA-E8EF-BA144D0E3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3042364"/>
            <a:ext cx="5400040" cy="366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860"/>
            <a:ext cx="8169108" cy="624252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Pagina final creación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y código inicial.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B5B5E6-0A3A-E589-37D9-E63EADF4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11" y="2628281"/>
            <a:ext cx="5496724" cy="352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62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Una vez creada la clase, se procede a agregar los métodos de leer movimientos y registrar depósitos.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E2F103-56E7-D0A4-82DF-F6954D86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92" y="3090964"/>
            <a:ext cx="6090268" cy="212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Para verificar su funcionamiento, se procede a ejecutar el proyecto y como resultado, se obtendrá una ventana similar a la siguiente.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CE9A01-940B-DFAC-1104-F9EE4F99F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53" y="2803737"/>
            <a:ext cx="6601569" cy="353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Creamos un nuevo proyecto java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aplicacion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especificamente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este orden, Java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Java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742662C-DB30-A629-CF4D-D89BAF23B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45" y="2973517"/>
            <a:ext cx="5574054" cy="33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 Tomar en cuenta que el proyecto servidor debe estar desplegado, el siguiente paso es presionar en proyecto y explorar y buscar el servicio de nuestro servidor previamente desplegado.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467B75-EA81-08BA-FC3B-0ED1D81BE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7" y="3095461"/>
            <a:ext cx="3804519" cy="262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79026B-B83C-BC81-8D14-4EFE052F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2" y="2223584"/>
            <a:ext cx="5431246" cy="3843359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83179F1-FC3B-9424-1993-4202A77F8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40" y="3170872"/>
            <a:ext cx="3339465" cy="163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implementar los servicios, para ello se crea una nueva clase llamada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 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el controlador, es necesario crear un paquete y crear una nueva clase llamada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EurekaController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Ahora vamos a codificar nuestro main, ya que al tratarse de una aplicación únicamente consola, vamos a usar lo siguiente: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2" y="2256779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La vista de Registrar Deposito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B612A8-331F-F2FB-35F8-BB6DAAE3C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755" y="2542391"/>
            <a:ext cx="5522732" cy="32464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E507-AA50-F2D6-3A2A-3DD47470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5864-80BB-0115-7A64-BE05A921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45EF1C-1DEA-9FB9-7F1C-AEA8D64BA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2" y="2256779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Podemos verificar si el tipo de movimiento se efectuó correctamente mediante el historial de movimientos.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D4DF3E-0AEE-F25C-19A4-A02656D96D0E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abla&#10;&#10;Descripción generada automáticamente">
            <a:extLst>
              <a:ext uri="{FF2B5EF4-FFF2-40B4-BE49-F238E27FC236}">
                <a16:creationId xmlns:a16="http://schemas.microsoft.com/office/drawing/2014/main" id="{BDB2E5A5-1F30-CDDC-3C94-87EF5375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232" y="1966228"/>
            <a:ext cx="5215255" cy="39611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21166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Realizado el servidor se avanza a la aplicación cliente, para ello se crea un nuevo proyecto de tipo Java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llamado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WSEurekaClient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D03180-5BF7-E243-58FA-4EA9DD6B9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67" y="2975255"/>
            <a:ext cx="6152833" cy="369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28D5BF-2978-D62B-3535-3415059C4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67" y="2911755"/>
            <a:ext cx="4334599" cy="2994280"/>
          </a:xfrm>
          <a:prstGeom prst="rect">
            <a:avLst/>
          </a:prstGeom>
        </p:spPr>
      </p:pic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3A4C7B1-0B4D-ED2E-1571-FA7C9AE24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39" y="3311525"/>
            <a:ext cx="35433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crea la capa de servicio para llamar los métodos del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8C1460-5CC8-61C6-EF0D-A946A6009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099" y="2418112"/>
            <a:ext cx="5549896" cy="384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Para la creación de la capa de pruebas es necesario crear un nuevo paquete.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Para crear el controlador, es necesario crear un paquete y crear una nueva clase.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DBDB2AF-B328-4B47-D369-5D6F6FB95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058" y="2037220"/>
            <a:ext cx="4323843" cy="39629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36D1-C67F-9319-8674-CE853BEAB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5836F-15C7-BBAD-B689-4841759A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77FAF8-FDCF-2E49-CA2C-C679AD56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35" y="1657201"/>
            <a:ext cx="5595165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</a:t>
            </a:r>
            <a:r>
              <a:rPr lang="es-EC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Menú Aplicación Escritorio.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1864AC-A1FE-B2BF-74E7-1F53BD65CFD9}"/>
              </a:ext>
            </a:extLst>
          </p:cNvPr>
          <p:cNvSpPr/>
          <p:nvPr/>
        </p:nvSpPr>
        <p:spPr>
          <a:xfrm>
            <a:off x="9383697" y="11017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66AB2D-E292-A3F4-7B9B-C90198F12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9" y="3099981"/>
            <a:ext cx="3687571" cy="33669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ED6DA5D-83FD-AD51-E2AC-90FB46B18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3" y="3099981"/>
            <a:ext cx="3759720" cy="33669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93954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74" y="1382235"/>
            <a:ext cx="4897589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Realizar 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060D19C-FC17-219D-99FB-868295C3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2583124"/>
            <a:ext cx="4018516" cy="37319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4A8317D-EBBE-41B7-C7EA-B5D82792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655" y="2583124"/>
            <a:ext cx="4027324" cy="373190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FAB5-A86D-FAA7-47B7-E037D28F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A0AFC-F6F2-3506-6CD7-68A0087B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E13944-5FF6-6D53-BEF3-8A1D6A0AA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74" y="1382235"/>
            <a:ext cx="4897589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Realizar 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322449-9BBC-1AD7-4200-5E9866AEB7F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ED7A9E-C3B1-46AD-9DBA-0001FD0F9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73" y="2641921"/>
            <a:ext cx="3961886" cy="36498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3FB144-58D7-5AC0-EE3C-8F9285C92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154" y="2641921"/>
            <a:ext cx="3935573" cy="36498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34726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84" y="1617313"/>
            <a:ext cx="5650875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Escritorio.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B972EB8-C3EA-112B-40CA-3386F674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2851151"/>
            <a:ext cx="7341146" cy="37235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Como tercer paso, se crea el proyecto web que permite un funcionamiento multiplataforma.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deben tener en cuenta los siguientes pasos para desarrollar el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B7DB9617-F681-888D-75F1-B3330A865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711" y="3828097"/>
            <a:ext cx="5773961" cy="241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Vista principal index.html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549C48-C0B2-81D2-DFA0-77B3CA3C1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2886826"/>
            <a:ext cx="6237868" cy="36663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Vista pr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incipal index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.html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7AED55-BCFB-5392-8376-2D18D3F8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6" y="2446770"/>
            <a:ext cx="7975652" cy="40607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7F06-0566-83DA-E037-DD9E7EB3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574CF-EE6C-A3A6-0E46-ADF9FBAF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5D4DE1-8B46-498E-9F59-3883388A4BA8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54CF9BC-2FE0-300D-78C5-D9EB36506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Vista menu.html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8466E9-1BFA-6BA5-D5CC-09952F29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881" y="2247285"/>
            <a:ext cx="7357128" cy="42912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27626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D55F-A064-C444-6130-1324A8E0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70C14-F428-6BF6-6B24-19B2AC7E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5B3317-6EC0-5B98-F9B2-C2FF428F7BB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1C60E5D-1F58-F654-FD27-2057E4734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Vista menu.html</a:t>
            </a:r>
          </a:p>
        </p:txBody>
      </p:sp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AB62AC0-052E-FE39-C9B0-CB521DDC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47" y="2240348"/>
            <a:ext cx="8378081" cy="43051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840032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Pestaña principal Deposito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D31AB36-5049-E1F3-838F-5F78C967A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19" y="2612072"/>
            <a:ext cx="6525265" cy="38496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9ABB-BF60-A025-1760-2A1F7870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40AAC-9C37-57ED-70DD-80635B9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B0DADFE-B585-F510-F126-3D15B833810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7EB1D27-872D-72D1-2B36-1A8F9F82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Pestaña principal Deposito.html </a:t>
            </a: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E326330D-FA0C-09A5-773F-2D2012E0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36" y="2673848"/>
            <a:ext cx="7652818" cy="39060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34084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2DDA-249A-9E98-3661-838D74E9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96D4F-CEE6-2B5F-7FAB-502FB505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BE472B-66C0-E14A-9938-4F3A89B1922C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1F18B-8947-2C05-B287-91D6E6C65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Pestaña principal Movimientos.html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D9B3D1-6890-59A0-3FCF-CBD359B81B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3" r="2076"/>
          <a:stretch/>
        </p:blipFill>
        <p:spPr>
          <a:xfrm>
            <a:off x="1645920" y="2576503"/>
            <a:ext cx="6149340" cy="39595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1939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FE27-57B5-F556-72CF-3541348D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88E69-7D24-AD03-E65A-128F5B32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8C7E44-4CF1-6114-C533-43E6E68D582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3457DBA-9CE4-0430-D696-D5270D33A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Pestaña principal Movimientos.html </a:t>
            </a:r>
          </a:p>
        </p:txBody>
      </p:sp>
      <p:pic>
        <p:nvPicPr>
          <p:cNvPr id="3" name="Imagen 2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8E4FAA9C-8848-90D6-3544-2593CFFF5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" y="2673848"/>
            <a:ext cx="7580977" cy="385545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67828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Creación proyecto cliente móvil.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MVC, clases en diferentes paquetes</a:t>
            </a:r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9EE20A1-4369-F2AF-F83A-FCEC852A84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78" y="2697341"/>
            <a:ext cx="1480447" cy="33762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A4795CC1-81FA-C6A4-6A1A-B3B64A780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11" y="2697340"/>
            <a:ext cx="1481350" cy="337629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Imagen 11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AEBBC51-67F9-504D-4E1E-5881380C9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147" y="2686402"/>
            <a:ext cx="1481350" cy="33762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4" name="Imagen 1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0DCD233-8BA3-D801-EDD5-3855A488BD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915" y="2686401"/>
            <a:ext cx="1481350" cy="33762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4026-202B-8C6C-FE63-591D3463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F73A3-2F30-18CE-BC07-4CA00773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BFB585-800D-748A-B718-8FDD3CCC1AFA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3FEA608-3A9F-606F-F454-6E90CA27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AFCA34C2-C4B2-B7EF-2385-854216AC1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41" y="2925012"/>
            <a:ext cx="7740073" cy="339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11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adopción de un servidor REST centralizado contribuye a la separación entre el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los clientes, garantizando que los datos sean consistentes y que las funcionalidades sean accesibles desde diferentes plataformas.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arquitectura de microservicios permite que cada componente se desarrolle, despliegue y escale de manera independiente, lo cual es crucial para gestionar eficientemente cargas de trabajo variables.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centralización de un servidor REST permite una mejor gestión de las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garantizando que todos los clientes tengan acceso a los mismos datos y funcionalidades, lo que reduce la redundancia y las inconsistencias.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MX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Adoptar una arquitectura basada en servicio mejora la resiliencia del sistema, ya que cada servicio puede ser desarrollado, desplegado y escalado de forma independiente, lo que permite una rápida recuperación y adaptación ante fallos o cambios en el entorno.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2214100"/>
            <a:ext cx="8500664" cy="3096809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Emplea NetBeans como tu IDE principal para el desarrollo del servidor REST en Java y sus clientes. NetBeans ofrece un sólido soporte para Java y varios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lo que facilita la gestión integral del proyecto en un solo entorno de desarrollo.</a:t>
            </a: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Asegura la calidad y continuidad del proyecto mediante la implementación de pruebas unitarias, de integración y funcionales directamente en NetBeans. Complementa esto con un pipeline de CI/CD utilizando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plugins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NetBeans para herramientas como Jenkins, permitiendo despliegues rápidos y eficientes.</a:t>
            </a: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Diseña tus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REST para que manejen errores de manera clara y consistente. Utiliza códigos de estado HTTP adecuados y proporciona mensajes de error detallados en las respuestas. Esto facilitará a los desarrolladores de clientes (consola, escritorio, móvil y web) identificar y resolver problemas rápidamente.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REST 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REST”, Adictos al trabajo, 2014. . 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SERVIDOR REST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3790</Words>
  <Application>Microsoft Office PowerPoint</Application>
  <PresentationFormat>Panorámica</PresentationFormat>
  <Paragraphs>822</Paragraphs>
  <Slides>54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Cambria</vt:lpstr>
      <vt:lpstr>Gill Sans MT</vt:lpstr>
      <vt:lpstr>Symbol</vt:lpstr>
      <vt:lpstr>Wingdings 2</vt:lpstr>
      <vt:lpstr>Dividendo</vt:lpstr>
      <vt:lpstr>MANUAL EUREKA BANK CON REST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GENESIS ISABEL CALAPAQUI PORTILLA</cp:lastModifiedBy>
  <cp:revision>58</cp:revision>
  <dcterms:created xsi:type="dcterms:W3CDTF">2020-08-13T07:15:02Z</dcterms:created>
  <dcterms:modified xsi:type="dcterms:W3CDTF">2024-12-14T04:49:18Z</dcterms:modified>
</cp:coreProperties>
</file>